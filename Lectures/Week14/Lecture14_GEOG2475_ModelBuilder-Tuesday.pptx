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1" r:id="rId6"/>
    <p:sldMasterId id="2147483734" r:id="rId7"/>
  </p:sldMasterIdLst>
  <p:notesMasterIdLst>
    <p:notesMasterId r:id="rId20"/>
  </p:notesMasterIdLst>
  <p:sldIdLst>
    <p:sldId id="914" r:id="rId8"/>
    <p:sldId id="1647" r:id="rId9"/>
    <p:sldId id="665" r:id="rId10"/>
    <p:sldId id="1660" r:id="rId11"/>
    <p:sldId id="1662" r:id="rId12"/>
    <p:sldId id="1664" r:id="rId13"/>
    <p:sldId id="1663" r:id="rId14"/>
    <p:sldId id="1661" r:id="rId15"/>
    <p:sldId id="1665" r:id="rId16"/>
    <p:sldId id="1666" r:id="rId17"/>
    <p:sldId id="1658" r:id="rId18"/>
    <p:sldId id="1659" r:id="rId19"/>
  </p:sldIdLst>
  <p:sldSz cx="8229600" cy="51435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210" autoAdjust="0"/>
  </p:normalViewPr>
  <p:slideViewPr>
    <p:cSldViewPr snapToGrid="0" snapToObjects="1">
      <p:cViewPr varScale="1">
        <p:scale>
          <a:sx n="114" d="100"/>
          <a:sy n="114" d="100"/>
        </p:scale>
        <p:origin x="1854" y="102"/>
      </p:cViewPr>
      <p:guideLst>
        <p:guide orient="horz" pos="1620"/>
        <p:guide pos="25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5DC5F4-D431-4A87-93B0-BBE05B35CCB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4983E92-0B7C-43A8-8C1F-984B0DFA982E}">
      <dgm:prSet custT="1"/>
      <dgm:spPr/>
      <dgm:t>
        <a:bodyPr/>
        <a:lstStyle/>
        <a:p>
          <a:pPr>
            <a:defRPr cap="all"/>
          </a:pPr>
          <a:r>
            <a:rPr lang="en-US" sz="1800" dirty="0"/>
            <a:t>Due by Midnight </a:t>
          </a:r>
          <a:r>
            <a:rPr lang="en-US" sz="1800" dirty="0">
              <a:solidFill>
                <a:srgbClr val="C00000"/>
              </a:solidFill>
            </a:rPr>
            <a:t>(11:59 pm) on Monday, Nov 24, 2025</a:t>
          </a:r>
        </a:p>
      </dgm:t>
    </dgm:pt>
    <dgm:pt modelId="{47D3E5B5-E005-481D-9366-7FFA245A3F46}" type="parTrans" cxnId="{7E7C886D-A667-496F-8DDE-1B718561DB03}">
      <dgm:prSet/>
      <dgm:spPr/>
      <dgm:t>
        <a:bodyPr/>
        <a:lstStyle/>
        <a:p>
          <a:endParaRPr lang="en-US"/>
        </a:p>
      </dgm:t>
    </dgm:pt>
    <dgm:pt modelId="{9E0C94DC-193A-41FC-B82A-2A43E45C8107}" type="sibTrans" cxnId="{7E7C886D-A667-496F-8DDE-1B718561DB03}">
      <dgm:prSet/>
      <dgm:spPr/>
      <dgm:t>
        <a:bodyPr/>
        <a:lstStyle/>
        <a:p>
          <a:endParaRPr lang="en-US"/>
        </a:p>
      </dgm:t>
    </dgm:pt>
    <dgm:pt modelId="{A6242D37-AF81-4A91-9692-C3B78C4C080A}">
      <dgm:prSet custT="1"/>
      <dgm:spPr/>
      <dgm:t>
        <a:bodyPr/>
        <a:lstStyle/>
        <a:p>
          <a:pPr>
            <a:defRPr cap="all"/>
          </a:pPr>
          <a:r>
            <a:rPr lang="en-US" sz="1800" dirty="0"/>
            <a:t>Submit a word document only include </a:t>
          </a:r>
          <a:r>
            <a:rPr lang="en-US" sz="1800" dirty="0">
              <a:solidFill>
                <a:srgbClr val="C00000"/>
              </a:solidFill>
            </a:rPr>
            <a:t>question and answer</a:t>
          </a:r>
        </a:p>
      </dgm:t>
    </dgm:pt>
    <dgm:pt modelId="{A1582085-1655-4316-B7FE-C167B01E3451}" type="parTrans" cxnId="{0F5369C5-3BD8-41EC-82BC-B46BD7C285F5}">
      <dgm:prSet/>
      <dgm:spPr/>
      <dgm:t>
        <a:bodyPr/>
        <a:lstStyle/>
        <a:p>
          <a:endParaRPr lang="en-US"/>
        </a:p>
      </dgm:t>
    </dgm:pt>
    <dgm:pt modelId="{487527DA-4CA7-40A4-8E27-547430E84424}" type="sibTrans" cxnId="{0F5369C5-3BD8-41EC-82BC-B46BD7C285F5}">
      <dgm:prSet/>
      <dgm:spPr/>
      <dgm:t>
        <a:bodyPr/>
        <a:lstStyle/>
        <a:p>
          <a:endParaRPr lang="en-US"/>
        </a:p>
      </dgm:t>
    </dgm:pt>
    <dgm:pt modelId="{1CF3E5B1-FB46-4446-95BF-0E7408D9C151}" type="pres">
      <dgm:prSet presAssocID="{545DC5F4-D431-4A87-93B0-BBE05B35CCB1}" presName="root" presStyleCnt="0">
        <dgm:presLayoutVars>
          <dgm:dir/>
          <dgm:resizeHandles val="exact"/>
        </dgm:presLayoutVars>
      </dgm:prSet>
      <dgm:spPr/>
    </dgm:pt>
    <dgm:pt modelId="{BE3E81CB-7E93-484B-AE32-12C58B09BCE0}" type="pres">
      <dgm:prSet presAssocID="{54983E92-0B7C-43A8-8C1F-984B0DFA982E}" presName="compNode" presStyleCnt="0"/>
      <dgm:spPr/>
    </dgm:pt>
    <dgm:pt modelId="{D2D6216C-9B23-402E-A942-468E0F624F5B}" type="pres">
      <dgm:prSet presAssocID="{54983E92-0B7C-43A8-8C1F-984B0DFA982E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F943F739-4EBC-47A7-A14C-25327E72C0F2}" type="pres">
      <dgm:prSet presAssocID="{54983E92-0B7C-43A8-8C1F-984B0DFA982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arm Clock"/>
        </a:ext>
      </dgm:extLst>
    </dgm:pt>
    <dgm:pt modelId="{3085FCD0-B526-4BA1-831E-148271EBCA71}" type="pres">
      <dgm:prSet presAssocID="{54983E92-0B7C-43A8-8C1F-984B0DFA982E}" presName="spaceRect" presStyleCnt="0"/>
      <dgm:spPr/>
    </dgm:pt>
    <dgm:pt modelId="{4E513C3D-9C85-4581-9570-C87158EE7A8E}" type="pres">
      <dgm:prSet presAssocID="{54983E92-0B7C-43A8-8C1F-984B0DFA982E}" presName="textRect" presStyleLbl="revTx" presStyleIdx="0" presStyleCnt="2" custScaleX="140708">
        <dgm:presLayoutVars>
          <dgm:chMax val="1"/>
          <dgm:chPref val="1"/>
        </dgm:presLayoutVars>
      </dgm:prSet>
      <dgm:spPr/>
    </dgm:pt>
    <dgm:pt modelId="{00D865C2-7AA1-4413-870A-557561F6A99D}" type="pres">
      <dgm:prSet presAssocID="{9E0C94DC-193A-41FC-B82A-2A43E45C8107}" presName="sibTrans" presStyleCnt="0"/>
      <dgm:spPr/>
    </dgm:pt>
    <dgm:pt modelId="{0444C821-AE95-419C-A2C2-10FD435B3E72}" type="pres">
      <dgm:prSet presAssocID="{A6242D37-AF81-4A91-9692-C3B78C4C080A}" presName="compNode" presStyleCnt="0"/>
      <dgm:spPr/>
    </dgm:pt>
    <dgm:pt modelId="{C1C41DF5-156F-4AFD-8177-5E65296E36DA}" type="pres">
      <dgm:prSet presAssocID="{A6242D37-AF81-4A91-9692-C3B78C4C080A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BCD05D74-D5AE-459F-A6DF-06E0D3F03A72}" type="pres">
      <dgm:prSet presAssocID="{A6242D37-AF81-4A91-9692-C3B78C4C080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AB5314E-660E-4ED1-846B-8434948EF46B}" type="pres">
      <dgm:prSet presAssocID="{A6242D37-AF81-4A91-9692-C3B78C4C080A}" presName="spaceRect" presStyleCnt="0"/>
      <dgm:spPr/>
    </dgm:pt>
    <dgm:pt modelId="{A3838D15-85D1-4048-B20D-9009920800B0}" type="pres">
      <dgm:prSet presAssocID="{A6242D37-AF81-4A91-9692-C3B78C4C080A}" presName="textRect" presStyleLbl="revTx" presStyleIdx="1" presStyleCnt="2" custScaleX="147657">
        <dgm:presLayoutVars>
          <dgm:chMax val="1"/>
          <dgm:chPref val="1"/>
        </dgm:presLayoutVars>
      </dgm:prSet>
      <dgm:spPr/>
    </dgm:pt>
  </dgm:ptLst>
  <dgm:cxnLst>
    <dgm:cxn modelId="{34AD3E24-5AE2-4091-998E-71D41F9CDB89}" type="presOf" srcId="{A6242D37-AF81-4A91-9692-C3B78C4C080A}" destId="{A3838D15-85D1-4048-B20D-9009920800B0}" srcOrd="0" destOrd="0" presId="urn:microsoft.com/office/officeart/2018/5/layout/IconLeafLabelList"/>
    <dgm:cxn modelId="{7E7C886D-A667-496F-8DDE-1B718561DB03}" srcId="{545DC5F4-D431-4A87-93B0-BBE05B35CCB1}" destId="{54983E92-0B7C-43A8-8C1F-984B0DFA982E}" srcOrd="0" destOrd="0" parTransId="{47D3E5B5-E005-481D-9366-7FFA245A3F46}" sibTransId="{9E0C94DC-193A-41FC-B82A-2A43E45C8107}"/>
    <dgm:cxn modelId="{B47C2F55-9A4B-4FFB-AA38-9C2574693CD4}" type="presOf" srcId="{54983E92-0B7C-43A8-8C1F-984B0DFA982E}" destId="{4E513C3D-9C85-4581-9570-C87158EE7A8E}" srcOrd="0" destOrd="0" presId="urn:microsoft.com/office/officeart/2018/5/layout/IconLeafLabelList"/>
    <dgm:cxn modelId="{53CEBE9C-EA76-48A8-8DF7-6953575A9C37}" type="presOf" srcId="{545DC5F4-D431-4A87-93B0-BBE05B35CCB1}" destId="{1CF3E5B1-FB46-4446-95BF-0E7408D9C151}" srcOrd="0" destOrd="0" presId="urn:microsoft.com/office/officeart/2018/5/layout/IconLeafLabelList"/>
    <dgm:cxn modelId="{0F5369C5-3BD8-41EC-82BC-B46BD7C285F5}" srcId="{545DC5F4-D431-4A87-93B0-BBE05B35CCB1}" destId="{A6242D37-AF81-4A91-9692-C3B78C4C080A}" srcOrd="1" destOrd="0" parTransId="{A1582085-1655-4316-B7FE-C167B01E3451}" sibTransId="{487527DA-4CA7-40A4-8E27-547430E84424}"/>
    <dgm:cxn modelId="{5C6FCB9C-3574-4EF1-979B-C82FE21FC231}" type="presParOf" srcId="{1CF3E5B1-FB46-4446-95BF-0E7408D9C151}" destId="{BE3E81CB-7E93-484B-AE32-12C58B09BCE0}" srcOrd="0" destOrd="0" presId="urn:microsoft.com/office/officeart/2018/5/layout/IconLeafLabelList"/>
    <dgm:cxn modelId="{3BEBC4B0-3768-4D30-9883-ED03B1BB2AA3}" type="presParOf" srcId="{BE3E81CB-7E93-484B-AE32-12C58B09BCE0}" destId="{D2D6216C-9B23-402E-A942-468E0F624F5B}" srcOrd="0" destOrd="0" presId="urn:microsoft.com/office/officeart/2018/5/layout/IconLeafLabelList"/>
    <dgm:cxn modelId="{9334B4F2-C5A7-478D-8C83-6B6B78937527}" type="presParOf" srcId="{BE3E81CB-7E93-484B-AE32-12C58B09BCE0}" destId="{F943F739-4EBC-47A7-A14C-25327E72C0F2}" srcOrd="1" destOrd="0" presId="urn:microsoft.com/office/officeart/2018/5/layout/IconLeafLabelList"/>
    <dgm:cxn modelId="{722E4463-BB96-47A5-B05B-8394250686DE}" type="presParOf" srcId="{BE3E81CB-7E93-484B-AE32-12C58B09BCE0}" destId="{3085FCD0-B526-4BA1-831E-148271EBCA71}" srcOrd="2" destOrd="0" presId="urn:microsoft.com/office/officeart/2018/5/layout/IconLeafLabelList"/>
    <dgm:cxn modelId="{4DDDB5E8-1F23-4A78-9605-45AAF5833E68}" type="presParOf" srcId="{BE3E81CB-7E93-484B-AE32-12C58B09BCE0}" destId="{4E513C3D-9C85-4581-9570-C87158EE7A8E}" srcOrd="3" destOrd="0" presId="urn:microsoft.com/office/officeart/2018/5/layout/IconLeafLabelList"/>
    <dgm:cxn modelId="{123D8173-4B78-41DB-B068-2BA15E016A23}" type="presParOf" srcId="{1CF3E5B1-FB46-4446-95BF-0E7408D9C151}" destId="{00D865C2-7AA1-4413-870A-557561F6A99D}" srcOrd="1" destOrd="0" presId="urn:microsoft.com/office/officeart/2018/5/layout/IconLeafLabelList"/>
    <dgm:cxn modelId="{E92967F1-54D1-402B-9BE3-03FB7BECA8E6}" type="presParOf" srcId="{1CF3E5B1-FB46-4446-95BF-0E7408D9C151}" destId="{0444C821-AE95-419C-A2C2-10FD435B3E72}" srcOrd="2" destOrd="0" presId="urn:microsoft.com/office/officeart/2018/5/layout/IconLeafLabelList"/>
    <dgm:cxn modelId="{6A34589F-98DC-49A5-B284-AB8B04E10F1B}" type="presParOf" srcId="{0444C821-AE95-419C-A2C2-10FD435B3E72}" destId="{C1C41DF5-156F-4AFD-8177-5E65296E36DA}" srcOrd="0" destOrd="0" presId="urn:microsoft.com/office/officeart/2018/5/layout/IconLeafLabelList"/>
    <dgm:cxn modelId="{E4BDC4E7-B33D-408F-A28A-9E646BDBCB86}" type="presParOf" srcId="{0444C821-AE95-419C-A2C2-10FD435B3E72}" destId="{BCD05D74-D5AE-459F-A6DF-06E0D3F03A72}" srcOrd="1" destOrd="0" presId="urn:microsoft.com/office/officeart/2018/5/layout/IconLeafLabelList"/>
    <dgm:cxn modelId="{3D1E9DB2-C5D6-4774-8110-C1F4D3951E71}" type="presParOf" srcId="{0444C821-AE95-419C-A2C2-10FD435B3E72}" destId="{2AB5314E-660E-4ED1-846B-8434948EF46B}" srcOrd="2" destOrd="0" presId="urn:microsoft.com/office/officeart/2018/5/layout/IconLeafLabelList"/>
    <dgm:cxn modelId="{2B9C7FC2-A255-4335-A004-2546E39B1238}" type="presParOf" srcId="{0444C821-AE95-419C-A2C2-10FD435B3E72}" destId="{A3838D15-85D1-4048-B20D-9009920800B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6216C-9B23-402E-A942-468E0F624F5B}">
      <dsp:nvSpPr>
        <dsp:cNvPr id="0" name=""/>
        <dsp:cNvSpPr/>
      </dsp:nvSpPr>
      <dsp:spPr>
        <a:xfrm>
          <a:off x="1178341" y="1535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3F739-4EBC-47A7-A14C-25327E72C0F2}">
      <dsp:nvSpPr>
        <dsp:cNvPr id="0" name=""/>
        <dsp:cNvSpPr/>
      </dsp:nvSpPr>
      <dsp:spPr>
        <a:xfrm>
          <a:off x="1470841" y="307856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13C3D-9C85-4581-9570-C87158EE7A8E}">
      <dsp:nvSpPr>
        <dsp:cNvPr id="0" name=""/>
        <dsp:cNvSpPr/>
      </dsp:nvSpPr>
      <dsp:spPr>
        <a:xfrm>
          <a:off x="281626" y="1815356"/>
          <a:ext cx="3165930" cy="743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Due by Midnight </a:t>
          </a:r>
          <a:r>
            <a:rPr lang="en-US" sz="1800" kern="1200" dirty="0">
              <a:solidFill>
                <a:srgbClr val="C00000"/>
              </a:solidFill>
            </a:rPr>
            <a:t>(11:59 pm) on Monday, Nov 24, 2025</a:t>
          </a:r>
        </a:p>
      </dsp:txBody>
      <dsp:txXfrm>
        <a:off x="281626" y="1815356"/>
        <a:ext cx="3165930" cy="743927"/>
      </dsp:txXfrm>
    </dsp:sp>
    <dsp:sp modelId="{C1C41DF5-156F-4AFD-8177-5E65296E36DA}">
      <dsp:nvSpPr>
        <dsp:cNvPr id="0" name=""/>
        <dsp:cNvSpPr/>
      </dsp:nvSpPr>
      <dsp:spPr>
        <a:xfrm>
          <a:off x="4816197" y="1535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05D74-D5AE-459F-A6DF-06E0D3F03A72}">
      <dsp:nvSpPr>
        <dsp:cNvPr id="0" name=""/>
        <dsp:cNvSpPr/>
      </dsp:nvSpPr>
      <dsp:spPr>
        <a:xfrm>
          <a:off x="5108697" y="307856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38D15-85D1-4048-B20D-9009920800B0}">
      <dsp:nvSpPr>
        <dsp:cNvPr id="0" name=""/>
        <dsp:cNvSpPr/>
      </dsp:nvSpPr>
      <dsp:spPr>
        <a:xfrm>
          <a:off x="3841306" y="1815356"/>
          <a:ext cx="3322282" cy="743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Submit a word document only include </a:t>
          </a:r>
          <a:r>
            <a:rPr lang="en-US" sz="1800" kern="1200" dirty="0">
              <a:solidFill>
                <a:srgbClr val="C00000"/>
              </a:solidFill>
            </a:rPr>
            <a:t>question and answer</a:t>
          </a:r>
        </a:p>
      </dsp:txBody>
      <dsp:txXfrm>
        <a:off x="3841306" y="1815356"/>
        <a:ext cx="3322282" cy="743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19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3033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912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767D-17E3-4D1E-96BB-DA35CA15E4FE}" type="datetime1">
              <a:rPr lang="en-US" smtClean="0"/>
              <a:t>11/18/2025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97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1909-3392-4782-9617-9DE5612D5252}" type="datetime1">
              <a:rPr lang="en-US" smtClean="0"/>
              <a:t>11/18/2025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207B-903C-4CBB-B0DD-E4DD411966AE}" type="datetime1">
              <a:rPr lang="en-US" smtClean="0"/>
              <a:t>11/18/2025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2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649B8-EC05-463A-A66A-E788C1D2E86C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2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E501-F489-46B4-B5B4-B12E557B3139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1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D6664-E707-48D9-B311-FA9B4261E5A6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8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93017-F03B-40B8-AD31-7ED21B4434B8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5BDE3B4A-8EBA-4FE6-84DB-F2E39CD94E77}" type="datetime1">
              <a:rPr lang="en-US" smtClean="0"/>
              <a:t>11/18/2025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7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4E19F-0053-4C74-A527-FD4BB23E2ACC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2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E6F1A-C16C-450C-BEFB-8D396364F89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8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9B77D-D3D5-40CA-A8C6-02A8FD74D428}" type="datetime1">
              <a:rPr lang="en-US" smtClean="0"/>
              <a:t>11/18/2025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2AB7-D7C2-4FC0-9B77-409FD6AFF150}" type="datetime1">
              <a:rPr lang="en-US" smtClean="0"/>
              <a:t>11/18/2025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8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D82E-A9F0-4647-88F9-E986A304FBAF}" type="datetime1">
              <a:rPr lang="en-US" smtClean="0"/>
              <a:t>11/18/2025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08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E878-F76E-4934-9A19-05DE793D2A8C}" type="datetime1">
              <a:rPr lang="en-US" smtClean="0"/>
              <a:t>11/18/2025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92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1B743-59DB-43C7-B951-5342EB9E3BBF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32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93205-BFBB-4436-B6C0-0E1D677B6AC1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46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5A297-83F7-4A51-9FEC-585D7ED0CBAA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321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EC919-DCEA-4797-B84E-1B0E268E8BA9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92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24C8802B-8D22-4029-8D00-88476FD1627A}" type="datetime1">
              <a:rPr lang="en-US" smtClean="0"/>
              <a:t>11/18/2025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72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145CA-56E1-42A8-A67B-556CB7EDF0AA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475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FD487-65F4-49B5-952B-819B559FF98A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290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45528-D696-4A61-BD89-093665C9EB8C}" type="datetime1">
              <a:rPr lang="en-US" smtClean="0"/>
              <a:t>11/18/2025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0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FD2F-556E-43A6-BD1A-AE05D71D5ACE}" type="datetime1">
              <a:rPr lang="en-US" smtClean="0"/>
              <a:t>11/18/2025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002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D96-DD5E-4EE6-BA39-19B5C56AF1F2}" type="datetime1">
              <a:rPr lang="en-US" smtClean="0"/>
              <a:t>11/18/2025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842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D4BC3-0B93-4E0B-AE53-3E432262C0E4}" type="datetime1">
              <a:rPr lang="en-US" smtClean="0"/>
              <a:t>11/18/2025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892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080-6A29-4A4D-90B1-4C73660CABD5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912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1D62-0785-460A-9888-5F5908AD45F7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03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F5A6-4790-4338-AC59-416730A16F3C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01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31C8-E8D8-438B-B699-9ACE625F3A09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839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610C12D3-F429-42CB-9467-4C3AFEEA173C}" type="datetime1">
              <a:rPr lang="en-US" smtClean="0"/>
              <a:t>11/18/2025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31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F426E-E29E-4D2E-B32D-412D98F7FC2F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197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15864-78C5-4237-8A12-0D1FD4E5F0BD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807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BBA17-EAD5-43A8-9481-F99B1E8564DB}" type="datetime1">
              <a:rPr lang="en-US" smtClean="0"/>
              <a:t>11/18/2025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703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FEA4-C6CA-4262-94C7-989766AA3A47}" type="datetime1">
              <a:rPr lang="en-US" smtClean="0"/>
              <a:t>11/18/2025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323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A5F7-BE7B-4360-B821-FCDB8E9197AC}" type="datetime1">
              <a:rPr lang="en-US" smtClean="0"/>
              <a:t>11/18/2025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5222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D492-0F60-495A-BAAC-3C877C1D64A2}" type="datetime1">
              <a:rPr lang="en-US" smtClean="0"/>
              <a:t>11/18/2025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130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2FED-C97B-4E3C-B05B-1278829CCA0F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005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91E7-DD27-45EE-9FAC-A58839C2E3FB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2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943-D34E-498D-BB5B-1BC0D01A4C3C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574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88AC7-A362-47DE-B037-3A7E785BA73D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20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1E09BAED-B7FC-4220-8037-60663F890984}" type="datetime1">
              <a:rPr lang="en-US" smtClean="0"/>
              <a:t>11/18/2025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57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0B96-D43B-410F-A514-3967CACDF6C4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900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FB46-027F-4778-8182-714012A6E051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52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D05A-9631-4BEE-9AA4-5575ADA850E9}" type="datetime1">
              <a:rPr lang="en-US" smtClean="0"/>
              <a:t>11/18/2025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43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4417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090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3124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542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57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333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0144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80424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3799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9559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4102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2951814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0597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54721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5692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72857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7235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794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4332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3008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76943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895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32158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1878226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7893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3827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68288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85812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91065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3712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9895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90966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77544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62954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18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8114C2F-5358-4C76-8C42-8AC3A60E1105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661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8E6E4F-7E83-4AED-9DA1-B735CD4C0E0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242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E7733A4-5D18-4D09-8F94-45F71EE3C7C2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30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234BEC2-5A9D-42E1-9C16-1E9F257755B7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288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6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91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08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ro.arcgis.com/en/pro-app/3.4/help/analysis/geoprocessing/modelbuilder/modelbuilder-vocabulary.ht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pro.arcgis.com/en/pro-app/3.4/help/analysis/geoprocessing/modelbuilder/create-a-model-tool.ht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57176"/>
            <a:ext cx="8229599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13" y="257175"/>
            <a:ext cx="8229587" cy="46291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990" y="565785"/>
            <a:ext cx="3382366" cy="617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18" y="662983"/>
            <a:ext cx="3381337" cy="39078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060" y="785709"/>
            <a:ext cx="3076498" cy="1831185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Lecture 14</a:t>
            </a:r>
            <a:br>
              <a:rPr lang="en-US" sz="2800" dirty="0"/>
            </a:br>
            <a:r>
              <a:rPr lang="en-US" sz="2800" dirty="0"/>
              <a:t>Model builder</a:t>
            </a:r>
            <a:br>
              <a:rPr lang="en-US" sz="2800" dirty="0"/>
            </a:br>
            <a:br>
              <a:rPr lang="en-US" altLang="zh-CN" sz="2800" dirty="0"/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060" y="3021937"/>
            <a:ext cx="2916154" cy="1537292"/>
          </a:xfrm>
        </p:spPr>
        <p:txBody>
          <a:bodyPr>
            <a:noAutofit/>
          </a:bodyPr>
          <a:lstStyle/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89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189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13.1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sz="4050" dirty="0">
                <a:solidFill>
                  <a:srgbClr val="FFFFFF"/>
                </a:solidFill>
              </a:rPr>
              <a:t>raster analysis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67768" y="988152"/>
            <a:ext cx="3908532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300" dirty="0"/>
              <a:t>What is Model Builder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300" dirty="0" err="1"/>
              <a:t>ModelBuilder</a:t>
            </a:r>
            <a:r>
              <a:rPr lang="en-US" altLang="en-US" sz="2300" dirty="0"/>
              <a:t> vocabulary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300" dirty="0"/>
              <a:t>Use Model Builder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3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247135" y="207863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Overview</a:t>
            </a:r>
            <a:endParaRPr lang="en-US" sz="2600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445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6649B-66FC-5B35-F224-5BA41AC42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71673"/>
          </a:xfrm>
        </p:spPr>
        <p:txBody>
          <a:bodyPr/>
          <a:lstStyle/>
          <a:p>
            <a:r>
              <a:rPr lang="en-US" altLang="zh-CN" dirty="0"/>
              <a:t>Connecting data and tools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5B68F-0F6A-6C5F-47A6-3B9D7F52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38E843-08A3-31F9-DEE1-33F0C78F2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9" y="1901096"/>
            <a:ext cx="3866667" cy="3019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52CC61-B950-BB72-9E6B-7B70C12A3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092" y="1781180"/>
            <a:ext cx="3866668" cy="3362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1142DF-BE60-51B0-E32A-54648C0423EC}"/>
              </a:ext>
            </a:extLst>
          </p:cNvPr>
          <p:cNvSpPr txBox="1"/>
          <p:nvPr/>
        </p:nvSpPr>
        <p:spPr>
          <a:xfrm>
            <a:off x="1258349" y="1411848"/>
            <a:ext cx="1224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Add Data</a:t>
            </a:r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1AD2CF-4A6B-2F74-F153-BF774A6F7337}"/>
              </a:ext>
            </a:extLst>
          </p:cNvPr>
          <p:cNvSpPr txBox="1"/>
          <p:nvPr/>
        </p:nvSpPr>
        <p:spPr>
          <a:xfrm>
            <a:off x="5105030" y="1440911"/>
            <a:ext cx="1224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Add Tool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502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DD66-6A2D-FD01-EB48-9716E76E1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479881"/>
            <a:ext cx="7444991" cy="438117"/>
          </a:xfrm>
        </p:spPr>
        <p:txBody>
          <a:bodyPr/>
          <a:lstStyle/>
          <a:p>
            <a:r>
              <a:rPr lang="en-US" altLang="zh-CN" dirty="0">
                <a:hlinkClick r:id="rId2"/>
              </a:rPr>
              <a:t>Model builder vocabulary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1B5B3-57DA-72B9-E3AC-FD1D3A4A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0F0DE8-EBC3-A1BA-0D8F-ED5E2366D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791" y="1795971"/>
            <a:ext cx="4752308" cy="31588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6401F8-EF5D-89C1-FE8B-01204DA0C1C5}"/>
              </a:ext>
            </a:extLst>
          </p:cNvPr>
          <p:cNvSpPr txBox="1"/>
          <p:nvPr/>
        </p:nvSpPr>
        <p:spPr>
          <a:xfrm>
            <a:off x="392303" y="1141251"/>
            <a:ext cx="7610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It refers to the key terms, components, and concepts used when building workflows in ArcGIS </a:t>
            </a:r>
            <a:r>
              <a:rPr lang="en-US" altLang="zh-CN" dirty="0" err="1"/>
              <a:t>ModelBuilder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0225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546E-4FEC-517C-A721-AE19C8BF0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88451"/>
          </a:xfrm>
        </p:spPr>
        <p:txBody>
          <a:bodyPr/>
          <a:lstStyle/>
          <a:p>
            <a:r>
              <a:rPr lang="en-US" altLang="zh-CN" dirty="0"/>
              <a:t>Process and state</a:t>
            </a:r>
            <a:endParaRPr lang="zh-CN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B84169-CF02-ABD8-CFE2-A8661D84B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6614" y="2187259"/>
            <a:ext cx="5658741" cy="242962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4CD2B-2581-EAC8-BC35-97735839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897E5-4135-6A6A-C09A-EDAB6C3B9E24}"/>
              </a:ext>
            </a:extLst>
          </p:cNvPr>
          <p:cNvSpPr txBox="1"/>
          <p:nvPr/>
        </p:nvSpPr>
        <p:spPr>
          <a:xfrm>
            <a:off x="392304" y="1240025"/>
            <a:ext cx="75520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C4C4C"/>
                </a:solidFill>
                <a:effectLst/>
                <a:latin typeface="Avenir Next W01"/>
              </a:rPr>
              <a:t>A model process consists of a tool and all variables connected to 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C4C4C"/>
                </a:solidFill>
                <a:effectLst/>
                <a:latin typeface="Avenir Next W01"/>
              </a:rPr>
              <a:t>Connector lines indicate the sequence of processing.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C4C4C"/>
                </a:solidFill>
                <a:effectLst/>
                <a:latin typeface="Avenir Next W01"/>
              </a:rPr>
              <a:t>Many processes can be chained together to create a larger process.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8168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00EEC-CF83-498A-FF0E-9F8760EE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681398"/>
          </a:xfrm>
        </p:spPr>
        <p:txBody>
          <a:bodyPr>
            <a:normAutofit/>
          </a:bodyPr>
          <a:lstStyle/>
          <a:p>
            <a:r>
              <a:rPr lang="en-US" altLang="zh-CN" dirty="0"/>
              <a:t>Visualize your workflow sequence as an easy-to-understand diagram.</a:t>
            </a:r>
            <a:endParaRPr lang="zh-CN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B2CB40-94D7-4D3A-931A-9E9247B07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091" y="1610969"/>
            <a:ext cx="7445375" cy="300591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8BEF6-0ACC-C9FC-A939-5BB17477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35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ADC08-4DE1-2708-AAEB-568797691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72861"/>
          </a:xfrm>
        </p:spPr>
        <p:txBody>
          <a:bodyPr>
            <a:normAutofit/>
          </a:bodyPr>
          <a:lstStyle/>
          <a:p>
            <a:r>
              <a:rPr lang="en-US" altLang="zh-CN" dirty="0"/>
              <a:t>Iterative Processing of All Workspace Data</a:t>
            </a:r>
            <a:endParaRPr lang="zh-CN" alt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537402-361E-78BD-4D37-EB812AE02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895" y="1203224"/>
            <a:ext cx="6523809" cy="30558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2D64F-CC68-87B6-D5FF-3946C319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10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2A3CC-83A0-6F7A-0E91-7E748DA4D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38117"/>
          </a:xfrm>
        </p:spPr>
        <p:txBody>
          <a:bodyPr/>
          <a:lstStyle/>
          <a:p>
            <a:r>
              <a:rPr lang="en-US" altLang="zh-CN" dirty="0"/>
              <a:t>Run a model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C85BE-38C1-9ABF-C084-CBC39C486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1101308"/>
            <a:ext cx="7444990" cy="995940"/>
          </a:xfrm>
        </p:spPr>
        <p:txBody>
          <a:bodyPr>
            <a:noAutofit/>
          </a:bodyPr>
          <a:lstStyle/>
          <a:p>
            <a:r>
              <a:rPr lang="en-US" altLang="zh-CN" sz="1800" dirty="0"/>
              <a:t>Running a model in </a:t>
            </a:r>
            <a:r>
              <a:rPr lang="en-US" altLang="zh-CN" sz="1800" dirty="0" err="1"/>
              <a:t>ModelBuilder</a:t>
            </a:r>
            <a:r>
              <a:rPr lang="en-US" altLang="zh-CN" sz="1800" dirty="0"/>
              <a:t> means that you open the model for editing and run it in the </a:t>
            </a:r>
            <a:r>
              <a:rPr lang="en-US" altLang="zh-CN" sz="1800" dirty="0" err="1"/>
              <a:t>ModelBuilder</a:t>
            </a:r>
            <a:r>
              <a:rPr lang="en-US" altLang="zh-CN" sz="1800" dirty="0"/>
              <a:t> window. </a:t>
            </a:r>
          </a:p>
          <a:p>
            <a:r>
              <a:rPr lang="en-US" altLang="zh-CN" sz="1800" dirty="0"/>
              <a:t>You can run a single tool, a sequence of tools, or the entire model.</a:t>
            </a:r>
            <a:endParaRPr lang="zh-CN" alt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F049B-D58E-A70D-487F-237C14AF9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E32935-CD00-B2AC-1E44-BDB8B4A1E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67" y="2274026"/>
            <a:ext cx="6161905" cy="2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79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74EE-8FF0-9151-992C-4351C147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9684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Create a model tool</a:t>
            </a:r>
            <a:endParaRPr lang="zh-CN" alt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4533B-B6D2-1AC4-9AB1-9586AA79B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1126475"/>
            <a:ext cx="7444990" cy="816102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Make your model into a geoprocessing tool</a:t>
            </a:r>
            <a:r>
              <a:rPr lang="en-US" altLang="zh-CN" sz="2000" dirty="0"/>
              <a:t> that can be shared or can be used in Python scripting and other models.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714D2-22CA-6AA8-A5B2-FBCEF1417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E4E0E6-EE38-EFCA-C3D8-285E62556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147" y="1985447"/>
            <a:ext cx="3867305" cy="296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93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14.1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sz="4050" dirty="0">
                <a:solidFill>
                  <a:srgbClr val="FFFFFF"/>
                </a:solidFill>
              </a:rPr>
              <a:t>Lab session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42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6"/>
            <a:ext cx="8229600" cy="462914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F975A-F937-77A1-413D-F51FF137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17" y="865356"/>
            <a:ext cx="7444991" cy="462049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spcAft>
                <a:spcPts val="398"/>
              </a:spcAft>
            </a:pPr>
            <a:r>
              <a:rPr lang="en-US" sz="216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Lab 10: model builder</a:t>
            </a:r>
            <a:endParaRPr lang="en-US" sz="216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1B7E67-130C-FD82-8132-74DBD62B80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701008"/>
              </p:ext>
            </p:extLst>
          </p:nvPr>
        </p:nvGraphicFramePr>
        <p:xfrm>
          <a:off x="392192" y="1837730"/>
          <a:ext cx="7445216" cy="257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27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7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5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5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6.xml><?xml version="1.0" encoding="utf-8"?>
<a:theme xmlns:a="http://schemas.openxmlformats.org/drawingml/2006/main" name="6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7.xml><?xml version="1.0" encoding="utf-8"?>
<a:theme xmlns:a="http://schemas.openxmlformats.org/drawingml/2006/main" name="8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Lecture10_GEOG2475_Accuracy</Template>
  <TotalTime>8357</TotalTime>
  <Words>222</Words>
  <Application>Microsoft Office PowerPoint</Application>
  <PresentationFormat>Custom</PresentationFormat>
  <Paragraphs>40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Avenir Next W01</vt:lpstr>
      <vt:lpstr>Arial</vt:lpstr>
      <vt:lpstr>Arial Black</vt:lpstr>
      <vt:lpstr>Calibri</vt:lpstr>
      <vt:lpstr>Courier New</vt:lpstr>
      <vt:lpstr>Gill Sans MT</vt:lpstr>
      <vt:lpstr>Wingdings 2</vt:lpstr>
      <vt:lpstr>7_DividendVTI</vt:lpstr>
      <vt:lpstr>5_DividendVTI</vt:lpstr>
      <vt:lpstr>2_DividendVTI</vt:lpstr>
      <vt:lpstr>DividendVTI</vt:lpstr>
      <vt:lpstr>1_DividendVTI</vt:lpstr>
      <vt:lpstr>6_DividendVTI</vt:lpstr>
      <vt:lpstr>8_DividendVTI</vt:lpstr>
      <vt:lpstr>Lecture 14 Model builder   lecture</vt:lpstr>
      <vt:lpstr>13.1  raster analysis</vt:lpstr>
      <vt:lpstr>PowerPoint Presentation</vt:lpstr>
      <vt:lpstr>Connecting data and tools</vt:lpstr>
      <vt:lpstr>Model builder vocabulary</vt:lpstr>
      <vt:lpstr>Process and state</vt:lpstr>
      <vt:lpstr>Visualize your workflow sequence as an easy-to-understand diagram.</vt:lpstr>
      <vt:lpstr>Iterative Processing of All Workspace Data</vt:lpstr>
      <vt:lpstr>Run a model</vt:lpstr>
      <vt:lpstr>Create a model tool</vt:lpstr>
      <vt:lpstr>14.1  Lab session</vt:lpstr>
      <vt:lpstr>Lab 10: model builder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Information Science Introduction</dc:title>
  <dc:creator>Yaqian He</dc:creator>
  <cp:lastModifiedBy>Yanan Wu</cp:lastModifiedBy>
  <cp:revision>597</cp:revision>
  <cp:lastPrinted>2020-03-26T12:59:04Z</cp:lastPrinted>
  <dcterms:created xsi:type="dcterms:W3CDTF">2020-03-24T14:51:54Z</dcterms:created>
  <dcterms:modified xsi:type="dcterms:W3CDTF">2025-11-18T16:08:40Z</dcterms:modified>
</cp:coreProperties>
</file>