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BDCCA-1C5E-731E-09D9-8B9CFC34E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3C6DD-B671-D214-01A6-B5A7D1DB6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53B0A-BBD4-5086-4768-85E381FC9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0CE18-D474-478F-B6DB-22A727613718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1F7D3-EA45-FF95-CCE3-A06B5B27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D6F03-A155-BF95-2898-0468187AA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EF44-2C04-4539-B358-00BBFC633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913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3E895-4219-3706-5395-365EF2C68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F03DB-7052-7840-69E3-ACFBD167B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FE50B-27EB-247B-CBE1-9F88A2C3B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0CE18-D474-478F-B6DB-22A727613718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F0C88-274D-F246-EAC7-25D0CD64B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44D0D-4C6B-3D2B-7D33-335FFFA2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EF44-2C04-4539-B358-00BBFC633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743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00498-E654-C866-1ED2-A09062E64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631D5-97CE-54A9-860D-FDC6A2BE1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98112-ECF7-3968-5CAC-5B493EBE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0CE18-D474-478F-B6DB-22A727613718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8015B-944F-D498-D3B5-630FCDC05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C6110-9F2A-B40D-3BEF-8CAA9569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EF44-2C04-4539-B358-00BBFC633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123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C960B-6CDC-48B2-DDA6-E95750A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7C007-FA29-78FA-1486-A4A238670D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99BDD-1554-FE42-5881-021CE3240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B22C5-BBC9-45AD-DA2C-9E2EE8DBB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0CE18-D474-478F-B6DB-22A727613718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A0499A-3D5A-27DB-BF01-F051EFE17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2FD3F-A310-EF63-40E3-5C3EE1D7A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EF44-2C04-4539-B358-00BBFC633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435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2C4A8-3432-21F1-A2BC-80D7680BB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C2669-D272-0B5D-26B0-CB9F34C4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83630-CA00-4AEF-E6EB-049BD0DA0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AC8F1A-924A-E285-3562-F5552420D2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295EF6-6640-B3BD-7878-564B7D36F1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5257D-8DDD-9550-36D4-B371351C9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0CE18-D474-478F-B6DB-22A727613718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1E08F5-C1B7-E792-3746-A3063B01F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DB763-6A3C-6AAA-3C01-282925765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EF44-2C04-4539-B358-00BBFC633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857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9BA52-6941-5AC5-D758-C539A9B87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89B4C8-9D68-87EB-C354-7EC0D403D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0CE18-D474-478F-B6DB-22A727613718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98BF52-2CB9-565A-D520-F78FA2F8A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2CFA1-19C3-8A5F-7929-011B8F27D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EF44-2C04-4539-B358-00BBFC633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579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563DF2-EB10-7257-2AB5-A1B7E9919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0CE18-D474-478F-B6DB-22A727613718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E45C9-CE4A-8D1C-CF36-96B537496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A3198-35B6-BD2D-4945-A2273B6E6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EF44-2C04-4539-B358-00BBFC633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440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62B68-6831-FAF7-33FE-C451ADBEF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A022F-A55D-4630-6482-73F30B8F6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1A5C84-FC6D-48F7-2965-344F95610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FE4FB-7F00-B239-E115-FFCE56D21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0CE18-D474-478F-B6DB-22A727613718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761DC-D400-183F-FA22-4B779C02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0F310-A4CD-7796-D279-E18069345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EF44-2C04-4539-B358-00BBFC633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756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ADEF9-2FD4-47AC-DFE8-2348F8124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15B1E-438F-0EC0-1745-AEA3F50B8E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EF658-2160-911F-D20F-676FDB0FF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D8748-05F3-8637-5C39-E9846A104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0CE18-D474-478F-B6DB-22A727613718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CD94E-7C17-81D8-ABF3-7974B8369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C9D73-584C-D03F-8E91-0700E77F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EF44-2C04-4539-B358-00BBFC633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415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F8428-8AC5-46EE-49BA-930EA115B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92684-E27B-93F2-1EC4-0C0EF4C08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3209B-BBA0-D052-C0D3-408B0F43F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0CE18-D474-478F-B6DB-22A727613718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E505C-2FEF-A9AF-3D36-D9F8344C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3D6E-F4FD-AA74-B667-FF5E559D9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EF44-2C04-4539-B358-00BBFC633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446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C72131-251E-3FB8-6E63-477742AB8F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5276F5-C6D0-4C60-ACD6-D8686038F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D8A33-1C9A-150A-D321-A58B0472D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0CE18-D474-478F-B6DB-22A727613718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531E3-068F-59BF-CE17-A7DF3FD9B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7D26A-0825-B608-53BB-FE83CFD33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EF44-2C04-4539-B358-00BBFC633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443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C79169-2D14-77A5-CA40-FBE5C86C6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A789D-92E9-B040-580E-A52DD9EFC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4A9E9-46C0-2E4E-5A0D-789733E0B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B0CE18-D474-478F-B6DB-22A727613718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DEF9D-4D94-40C3-EE74-F966E9D1DF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D533C-C5FD-B057-3973-D3F541118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1EF44-2C04-4539-B358-00BBFC633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452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E899-3709-5AAC-9DDD-B6FF4B026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8771"/>
          </a:xfrm>
        </p:spPr>
        <p:txBody>
          <a:bodyPr/>
          <a:lstStyle/>
          <a:p>
            <a:r>
              <a:rPr lang="en-US" altLang="zh-CN" dirty="0"/>
              <a:t>Lab</a:t>
            </a:r>
            <a:r>
              <a:rPr lang="zh-CN" altLang="en-US" dirty="0"/>
              <a:t> </a:t>
            </a:r>
            <a:r>
              <a:rPr lang="en-US" altLang="zh-CN" dirty="0"/>
              <a:t>06</a:t>
            </a:r>
            <a:endParaRPr lang="zh-CN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AE9326-DACA-28B7-9780-502B2D09E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9336"/>
            <a:ext cx="10515600" cy="1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864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68632-1327-3FFB-4BC5-4FCB840E2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194" y="192506"/>
            <a:ext cx="4967175" cy="1325563"/>
          </a:xfrm>
        </p:spPr>
        <p:txBody>
          <a:bodyPr/>
          <a:lstStyle/>
          <a:p>
            <a:r>
              <a:rPr lang="en-US" altLang="zh-CN" dirty="0"/>
              <a:t>Lab</a:t>
            </a:r>
            <a:r>
              <a:rPr lang="zh-CN" altLang="en-US" dirty="0"/>
              <a:t> </a:t>
            </a:r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E02B5-25C6-AF9E-E193-C149D5C77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194" y="1904316"/>
            <a:ext cx="5779432" cy="2033143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 err="1"/>
              <a:t>Svg</a:t>
            </a:r>
            <a:r>
              <a:rPr lang="en-US" altLang="zh-CN" dirty="0"/>
              <a:t> File Link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file:///C:/Users/</a:t>
            </a:r>
            <a:r>
              <a:rPr lang="en-US" altLang="zh-CN" i="1" dirty="0">
                <a:solidFill>
                  <a:srgbClr val="FF0000"/>
                </a:solidFill>
              </a:rPr>
              <a:t>Usersname</a:t>
            </a:r>
            <a:r>
              <a:rPr lang="en-US" altLang="zh-CN" dirty="0"/>
              <a:t>/OneDrive/Documents/Population%20dot%20density%20map%20in%202010.svg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CEF373-15BF-C056-3147-DADF15076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632" y="192506"/>
            <a:ext cx="5395595" cy="599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617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7AC8E-01A5-D44F-4EAD-1C86B7A0D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72" y="240632"/>
            <a:ext cx="10515600" cy="1325563"/>
          </a:xfrm>
        </p:spPr>
        <p:txBody>
          <a:bodyPr/>
          <a:lstStyle/>
          <a:p>
            <a:r>
              <a:rPr lang="en-US" altLang="zh-CN" dirty="0"/>
              <a:t>Lab</a:t>
            </a:r>
            <a:r>
              <a:rPr lang="zh-CN" altLang="en-US" dirty="0"/>
              <a:t> </a:t>
            </a:r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E02A1-6CC1-A234-13E7-4E802C545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https://drive.google.com/file/d/1n2ibIfMY21sYPGcMGzXw1GWLp90rxYFj/view?usp=sharing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DA9DE5-490F-0D65-1135-A9A7C86CD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414" y="2902749"/>
            <a:ext cx="6217344" cy="371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982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53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Theme</vt:lpstr>
      <vt:lpstr>Lab 06</vt:lpstr>
      <vt:lpstr>Lab 06</vt:lpstr>
      <vt:lpstr>Lab 06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Yanan Wu</dc:creator>
  <cp:lastModifiedBy>Yanan Wu</cp:lastModifiedBy>
  <cp:revision>2</cp:revision>
  <dcterms:created xsi:type="dcterms:W3CDTF">2025-10-09T15:11:58Z</dcterms:created>
  <dcterms:modified xsi:type="dcterms:W3CDTF">2025-10-09T15:20:46Z</dcterms:modified>
</cp:coreProperties>
</file>