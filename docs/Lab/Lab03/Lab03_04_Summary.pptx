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sldIdLst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0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5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583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1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36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59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7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FBBD7142-2D62-4275-8D30-E189AD7A810B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7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6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67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AEDC-E445-4777-AA58-256DBE856A2E}" type="datetime1">
              <a:rPr lang="en-US" smtClean="0"/>
              <a:t>9/21/2025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17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FDC0E-2571-4B49-A099-A35911FE2571}" type="datetime1">
              <a:rPr lang="en-US" smtClean="0"/>
              <a:t>9/21/2025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40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9ABB-4417-47CD-80B9-0D55D8A8F9A6}" type="datetime1">
              <a:rPr lang="en-US" smtClean="0"/>
              <a:t>9/21/2025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37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475E-0273-439D-974C-8782C6CF6085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33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C3F7-B696-4E33-B8CA-A5029D94236E}" type="datetime1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78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242B4-A1B4-4224-ACE8-F64A6DFDF6CB}" type="datetime1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19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FCFC-EFD5-4D6F-AF5D-114622F47081}" type="datetime1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80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FAFBCFB9-675F-4800-8AC7-ED3B357177A4}" type="datetime1">
              <a:rPr lang="en-US" smtClean="0"/>
              <a:t>9/21/2025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498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AFB5-74EF-4A25-966B-E982CF09D51D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922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939748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43A2-25E5-4F4A-8CC5-2EB1720C6339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12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E9CE-A9D6-4C10-9743-25DD5C510D14}" type="datetime1">
              <a:rPr lang="en-US" smtClean="0"/>
              <a:t>9/21/2025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752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129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0676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2057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2339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9120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116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4323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428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1378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2468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7227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15600" y="7965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99288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BBD7142-2D62-4275-8D30-E189AD7A810B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78722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928516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75824D9-FB06-4772-8A16-CEC7F6E704E4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0984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91283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628" y="496959"/>
            <a:ext cx="1106164" cy="585973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856" y="496958"/>
            <a:ext cx="9961047" cy="36780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15FF2A-DBDE-DFB4-BB72-2E38BC76C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3715" y="708498"/>
            <a:ext cx="7574507" cy="3330055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Lab 03 &amp; 04 summary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789" y="4284212"/>
            <a:ext cx="9961115" cy="2072481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9145E-CBDE-EF21-2EED-2958983E1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3715" y="4502576"/>
            <a:ext cx="7574507" cy="1640983"/>
          </a:xfrm>
        </p:spPr>
        <p:txBody>
          <a:bodyPr anchor="t">
            <a:normAutofit/>
          </a:bodyPr>
          <a:lstStyle/>
          <a:p>
            <a:endParaRPr lang="en-US" sz="3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843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0592-8F93-E4F0-E934-9E7A1ECC7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92428"/>
            <a:ext cx="11029616" cy="632868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Lab 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1E175-7A99-92B4-7A2B-28E01F505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408177"/>
            <a:ext cx="11029615" cy="1408175"/>
          </a:xfrm>
        </p:spPr>
        <p:txBody>
          <a:bodyPr>
            <a:normAutofit/>
          </a:bodyPr>
          <a:lstStyle/>
          <a:p>
            <a:r>
              <a:rPr lang="en-US" sz="2800" b="1" dirty="0"/>
              <a:t>Question 8.</a:t>
            </a:r>
            <a:r>
              <a:rPr lang="en-US" sz="2800" dirty="0"/>
              <a:t> What is the pixel depth? (3 Points) </a:t>
            </a:r>
          </a:p>
          <a:p>
            <a:r>
              <a:rPr lang="en-US" sz="2800" b="1" dirty="0"/>
              <a:t>Answer:</a:t>
            </a:r>
            <a:r>
              <a:rPr lang="en-US" sz="2800" dirty="0"/>
              <a:t> 8 bit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86D09-35A9-7F6C-D424-73B55484C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197" y="3198468"/>
            <a:ext cx="3971429" cy="26190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81AB4F-8005-AAF5-BC61-EFA05CF97957}"/>
              </a:ext>
            </a:extLst>
          </p:cNvPr>
          <p:cNvSpPr txBox="1"/>
          <p:nvPr/>
        </p:nvSpPr>
        <p:spPr>
          <a:xfrm>
            <a:off x="581194" y="2889504"/>
            <a:ext cx="6094476" cy="2064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411470"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number of bits used to represent the color or value of each pixel. </a:t>
            </a:r>
          </a:p>
          <a:p>
            <a:pPr marL="457200" indent="-457200" defTabSz="411470"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higher pixel depth means more bits are allocated per pixel, allowing for a greater range of values and a more accurate representation of color or intensity.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3C2438-4179-C858-42BD-DE07CA40F2A1}"/>
                  </a:ext>
                </a:extLst>
              </p:cNvPr>
              <p:cNvSpPr txBox="1"/>
              <p:nvPr/>
            </p:nvSpPr>
            <p:spPr>
              <a:xfrm>
                <a:off x="2311696" y="5449823"/>
                <a:ext cx="31643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=256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possible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3C2438-4179-C858-42BD-DE07CA40F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696" y="5449823"/>
                <a:ext cx="3164392" cy="276999"/>
              </a:xfrm>
              <a:prstGeom prst="rect">
                <a:avLst/>
              </a:prstGeom>
              <a:blipFill>
                <a:blip r:embed="rId3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734751"/>
      </p:ext>
    </p:extLst>
  </p:cSld>
  <p:clrMapOvr>
    <a:masterClrMapping/>
  </p:clrMapOvr>
</p:sld>
</file>

<file path=ppt/theme/theme1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Week03_GEOG2475_Datum_Tuesday</Template>
  <TotalTime>4</TotalTime>
  <Words>76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 Black</vt:lpstr>
      <vt:lpstr>Calibri</vt:lpstr>
      <vt:lpstr>Cambria Math</vt:lpstr>
      <vt:lpstr>Wingdings</vt:lpstr>
      <vt:lpstr>Wingdings 2</vt:lpstr>
      <vt:lpstr>2_DividendVTI</vt:lpstr>
      <vt:lpstr>DividendVTI</vt:lpstr>
      <vt:lpstr>1_DividendVTI</vt:lpstr>
      <vt:lpstr>Lab 03 &amp; 04 summary</vt:lpstr>
      <vt:lpstr>Lab 03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Yanan Wu</dc:creator>
  <cp:lastModifiedBy>Yanan Wu</cp:lastModifiedBy>
  <cp:revision>1</cp:revision>
  <dcterms:created xsi:type="dcterms:W3CDTF">2025-09-22T00:49:12Z</dcterms:created>
  <dcterms:modified xsi:type="dcterms:W3CDTF">2025-09-22T00:53:40Z</dcterms:modified>
</cp:coreProperties>
</file>