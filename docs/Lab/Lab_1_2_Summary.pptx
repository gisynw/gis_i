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theme/theme3.xml" ContentType="application/vnd.openxmlformats-officedocument.theme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theme/theme4.xml" ContentType="application/vnd.openxmlformats-officedocument.theme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theme/theme5.xml" ContentType="application/vnd.openxmlformats-officedocument.theme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theme/theme6.xml" ContentType="application/vnd.openxmlformats-officedocument.theme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theme/theme7.xml" ContentType="application/vnd.openxmlformats-officedocument.theme+xml"/>
  <Override PartName="/ppt/theme/theme8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72" r:id="rId2"/>
    <p:sldMasterId id="2147483684" r:id="rId3"/>
    <p:sldMasterId id="2147483696" r:id="rId4"/>
    <p:sldMasterId id="2147483709" r:id="rId5"/>
    <p:sldMasterId id="2147483722" r:id="rId6"/>
    <p:sldMasterId id="2147483734" r:id="rId7"/>
  </p:sldMasterIdLst>
  <p:notesMasterIdLst>
    <p:notesMasterId r:id="rId16"/>
  </p:notesMasterIdLst>
  <p:sldIdLst>
    <p:sldId id="914" r:id="rId8"/>
    <p:sldId id="1647" r:id="rId9"/>
    <p:sldId id="1648" r:id="rId10"/>
    <p:sldId id="1649" r:id="rId11"/>
    <p:sldId id="1650" r:id="rId12"/>
    <p:sldId id="1651" r:id="rId13"/>
    <p:sldId id="1652" r:id="rId14"/>
    <p:sldId id="1653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1.xml"/><Relationship Id="rId13" Type="http://schemas.openxmlformats.org/officeDocument/2006/relationships/slide" Target="slides/slide6.xml"/><Relationship Id="rId18" Type="http://schemas.openxmlformats.org/officeDocument/2006/relationships/viewProps" Target="viewProps.xml"/><Relationship Id="rId3" Type="http://schemas.openxmlformats.org/officeDocument/2006/relationships/slideMaster" Target="slideMasters/slideMaster3.xml"/><Relationship Id="rId7" Type="http://schemas.openxmlformats.org/officeDocument/2006/relationships/slideMaster" Target="slideMasters/slideMaster7.xml"/><Relationship Id="rId12" Type="http://schemas.openxmlformats.org/officeDocument/2006/relationships/slide" Target="slides/slide5.xml"/><Relationship Id="rId17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1" Type="http://schemas.openxmlformats.org/officeDocument/2006/relationships/slide" Target="slides/slide4.xml"/><Relationship Id="rId5" Type="http://schemas.openxmlformats.org/officeDocument/2006/relationships/slideMaster" Target="slideMasters/slideMaster5.xml"/><Relationship Id="rId15" Type="http://schemas.openxmlformats.org/officeDocument/2006/relationships/slide" Target="slides/slide8.xml"/><Relationship Id="rId10" Type="http://schemas.openxmlformats.org/officeDocument/2006/relationships/slide" Target="slides/slide3.xml"/><Relationship Id="rId19" Type="http://schemas.openxmlformats.org/officeDocument/2006/relationships/theme" Target="theme/theme1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2.xml"/><Relationship Id="rId14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8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4D7BB3-82EF-4F72-89D3-BF5798D9E9AF}" type="datetimeFigureOut">
              <a:rPr lang="zh-CN" altLang="en-US" smtClean="0"/>
              <a:t>2025/9/17</a:t>
            </a:fld>
            <a:endParaRPr lang="zh-CN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DAA43C-FBAB-4A75-8279-7A00E3AEEC6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117116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6507943-197E-CE46-82F0-5A323A24AE7A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801935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5" y="3085764"/>
            <a:ext cx="11298932" cy="3338149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2"/>
            <a:ext cx="10993550" cy="1475013"/>
          </a:xfrm>
          <a:effectLst/>
        </p:spPr>
        <p:txBody>
          <a:bodyPr anchor="b">
            <a:normAutofit/>
          </a:bodyPr>
          <a:lstStyle>
            <a:lvl1pPr>
              <a:defRPr sz="324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6"/>
            <a:ext cx="10993547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440" cap="all">
                <a:solidFill>
                  <a:schemeClr val="accent1"/>
                </a:solidFill>
              </a:defRPr>
            </a:lvl1pPr>
            <a:lvl2pPr marL="4114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8229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2344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64587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05734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46881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88028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29175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/>
              <a:t>Click to edit Master subtitle style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7FA0ACE7-29A8-47D3-A7D9-257B711D8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64CF15-8E02-4BE3-8BED-2B7E53A4CE09}" type="datetimeFigureOut">
              <a:rPr lang="zh-CN" altLang="en-US" smtClean="0"/>
              <a:t>2025/9/17</a:t>
            </a:fld>
            <a:endParaRPr lang="zh-CN" alt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DEC604B9-52E9-4810-8359-47206518D0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5898A89F-CA25-400F-B05A-AECBF2517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5ED863-5916-47AD-B630-516A65E1DCB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556532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02156"/>
            <a:ext cx="11029616" cy="1188720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3" y="2340865"/>
            <a:ext cx="11029615" cy="3634487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770E6237-3456-439F-802D-3BA93FC7E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64CF15-8E02-4BE3-8BED-2B7E53A4CE09}" type="datetimeFigureOut">
              <a:rPr lang="zh-CN" altLang="en-US" smtClean="0"/>
              <a:t>2025/9/17</a:t>
            </a:fld>
            <a:endParaRPr lang="zh-CN" alt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1356D3B5-6063-4A89-B88F-9D3043916F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2B78BF7-69D3-4CE0-A631-50EFD41EEE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5ED863-5916-47AD-B630-516A65E1DCB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183368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5"/>
            <a:ext cx="11290861" cy="125882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4" y="2393951"/>
            <a:ext cx="11029615" cy="2147467"/>
          </a:xfrm>
        </p:spPr>
        <p:txBody>
          <a:bodyPr anchor="b">
            <a:normAutofit/>
          </a:bodyPr>
          <a:lstStyle>
            <a:lvl1pPr algn="l">
              <a:defRPr sz="3240" b="0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3" y="4541418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620" cap="all">
                <a:solidFill>
                  <a:schemeClr val="accent1"/>
                </a:solidFill>
              </a:defRPr>
            </a:lvl1pPr>
            <a:lvl2pPr marL="411470" indent="0">
              <a:buNone/>
              <a:defRPr sz="1620">
                <a:solidFill>
                  <a:schemeClr val="tx1">
                    <a:tint val="75000"/>
                  </a:schemeClr>
                </a:solidFill>
              </a:defRPr>
            </a:lvl2pPr>
            <a:lvl3pPr marL="822939" indent="0">
              <a:buNone/>
              <a:defRPr sz="1440">
                <a:solidFill>
                  <a:schemeClr val="tx1">
                    <a:tint val="75000"/>
                  </a:schemeClr>
                </a:solidFill>
              </a:defRPr>
            </a:lvl3pPr>
            <a:lvl4pPr marL="1234409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4pPr>
            <a:lvl5pPr marL="1645879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5pPr>
            <a:lvl6pPr marL="2057349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6pPr>
            <a:lvl7pPr marL="2468818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7pPr>
            <a:lvl8pPr marL="2880288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8pPr>
            <a:lvl9pPr marL="3291758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1582016-5696-4A93-887F-BBB3B9002F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64CF15-8E02-4BE3-8BED-2B7E53A4CE09}" type="datetimeFigureOut">
              <a:rPr lang="zh-CN" altLang="en-US" smtClean="0"/>
              <a:t>2025/9/17</a:t>
            </a:fld>
            <a:endParaRPr lang="zh-CN" alt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57CFCD5-1192-4E18-8A8F-29E153B44D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E39A109E-5018-4794-92B3-FD5E5BCD95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5ED863-5916-47AD-B630-516A65E1DCB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693176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9"/>
            <a:ext cx="11029616" cy="988332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4"/>
            <a:ext cx="5194767" cy="3633047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6041" y="2228004"/>
            <a:ext cx="5194769" cy="3633047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64CF15-8E02-4BE3-8BED-2B7E53A4CE09}" type="datetimeFigureOut">
              <a:rPr lang="zh-CN" altLang="en-US" smtClean="0"/>
              <a:t>2025/9/17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5ED863-5916-47AD-B630-516A65E1DCB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474541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9"/>
            <a:ext cx="11029616" cy="988332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250891"/>
            <a:ext cx="5194769" cy="557784"/>
          </a:xfrm>
        </p:spPr>
        <p:txBody>
          <a:bodyPr anchor="ctr">
            <a:noAutofit/>
          </a:bodyPr>
          <a:lstStyle>
            <a:lvl1pPr marL="0" indent="0">
              <a:buNone/>
              <a:defRPr sz="18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11470" indent="0">
              <a:buNone/>
              <a:defRPr sz="1800" b="1"/>
            </a:lvl2pPr>
            <a:lvl3pPr marL="822939" indent="0">
              <a:buNone/>
              <a:defRPr sz="1620" b="1"/>
            </a:lvl3pPr>
            <a:lvl4pPr marL="1234409" indent="0">
              <a:buNone/>
              <a:defRPr sz="1440" b="1"/>
            </a:lvl4pPr>
            <a:lvl5pPr marL="1645879" indent="0">
              <a:buNone/>
              <a:defRPr sz="1440" b="1"/>
            </a:lvl5pPr>
            <a:lvl6pPr marL="2057349" indent="0">
              <a:buNone/>
              <a:defRPr sz="1440" b="1"/>
            </a:lvl6pPr>
            <a:lvl7pPr marL="2468818" indent="0">
              <a:buNone/>
              <a:defRPr sz="1440" b="1"/>
            </a:lvl7pPr>
            <a:lvl8pPr marL="2880288" indent="0">
              <a:buNone/>
              <a:defRPr sz="1440" b="1"/>
            </a:lvl8pPr>
            <a:lvl9pPr marL="3291758" indent="0">
              <a:buNone/>
              <a:defRPr sz="144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5" y="2926054"/>
            <a:ext cx="5194766" cy="2934999"/>
          </a:xfrm>
        </p:spPr>
        <p:txBody>
          <a:bodyPr anchor="t"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6039" y="2250892"/>
            <a:ext cx="5194770" cy="553373"/>
          </a:xfrm>
        </p:spPr>
        <p:txBody>
          <a:bodyPr anchor="ctr">
            <a:noAutofit/>
          </a:bodyPr>
          <a:lstStyle>
            <a:lvl1pPr marL="0" marR="0" indent="0" algn="l" defTabSz="41147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54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 sz="18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11470" indent="0">
              <a:buNone/>
              <a:defRPr sz="1800" b="1"/>
            </a:lvl2pPr>
            <a:lvl3pPr marL="822939" indent="0">
              <a:buNone/>
              <a:defRPr sz="1620" b="1"/>
            </a:lvl3pPr>
            <a:lvl4pPr marL="1234409" indent="0">
              <a:buNone/>
              <a:defRPr sz="1440" b="1"/>
            </a:lvl4pPr>
            <a:lvl5pPr marL="1645879" indent="0">
              <a:buNone/>
              <a:defRPr sz="1440" b="1"/>
            </a:lvl5pPr>
            <a:lvl6pPr marL="2057349" indent="0">
              <a:buNone/>
              <a:defRPr sz="1440" b="1"/>
            </a:lvl6pPr>
            <a:lvl7pPr marL="2468818" indent="0">
              <a:buNone/>
              <a:defRPr sz="1440" b="1"/>
            </a:lvl7pPr>
            <a:lvl8pPr marL="2880288" indent="0">
              <a:buNone/>
              <a:defRPr sz="1440" b="1"/>
            </a:lvl8pPr>
            <a:lvl9pPr marL="3291758" indent="0">
              <a:buNone/>
              <a:defRPr sz="1440" b="1"/>
            </a:lvl9pPr>
          </a:lstStyle>
          <a:p>
            <a:pPr marL="0" marR="0" lvl="0" indent="0" algn="l" defTabSz="41147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54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/>
            </a:pPr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6039" y="2926054"/>
            <a:ext cx="5194770" cy="2934999"/>
          </a:xfrm>
        </p:spPr>
        <p:txBody>
          <a:bodyPr anchor="t"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64CF15-8E02-4BE3-8BED-2B7E53A4CE09}" type="datetimeFigureOut">
              <a:rPr lang="zh-CN" altLang="en-US" smtClean="0"/>
              <a:t>2025/9/17</a:t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5ED863-5916-47AD-B630-516A65E1DCB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58347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9"/>
            <a:ext cx="11029616" cy="988332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64CF15-8E02-4BE3-8BED-2B7E53A4CE09}" type="datetimeFigureOut">
              <a:rPr lang="zh-CN" altLang="en-US" smtClean="0"/>
              <a:t>2025/9/17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5ED863-5916-47AD-B630-516A65E1DCB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370568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64CF15-8E02-4BE3-8BED-2B7E53A4CE09}" type="datetimeFigureOut">
              <a:rPr lang="zh-CN" altLang="en-US" smtClean="0"/>
              <a:t>2025/9/17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5ED863-5916-47AD-B630-516A65E1DCB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539953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8" y="601201"/>
            <a:ext cx="3682723" cy="5815475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7858" y="933451"/>
            <a:ext cx="3031852" cy="1722419"/>
          </a:xfrm>
        </p:spPr>
        <p:txBody>
          <a:bodyPr anchor="b">
            <a:normAutofit/>
          </a:bodyPr>
          <a:lstStyle>
            <a:lvl1pPr algn="l">
              <a:defRPr sz="2160" b="0">
                <a:solidFill>
                  <a:srgbClr val="FFFFFF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00930" y="1179829"/>
            <a:ext cx="6650991" cy="4658216"/>
          </a:xfrm>
        </p:spPr>
        <p:txBody>
          <a:bodyPr anchor="ctr">
            <a:normAutofit/>
          </a:bodyPr>
          <a:lstStyle>
            <a:lvl1pPr>
              <a:defRPr sz="1800">
                <a:solidFill>
                  <a:schemeClr val="tx2"/>
                </a:solidFill>
              </a:defRPr>
            </a:lvl1pPr>
            <a:lvl2pPr>
              <a:defRPr sz="1620">
                <a:solidFill>
                  <a:schemeClr val="tx2"/>
                </a:solidFill>
              </a:defRPr>
            </a:lvl2pPr>
            <a:lvl3pPr>
              <a:defRPr sz="1440">
                <a:solidFill>
                  <a:schemeClr val="tx2"/>
                </a:solidFill>
              </a:defRPr>
            </a:lvl3pPr>
            <a:lvl4pPr>
              <a:defRPr sz="1260">
                <a:solidFill>
                  <a:schemeClr val="tx2"/>
                </a:solidFill>
              </a:defRPr>
            </a:lvl4pPr>
            <a:lvl5pPr>
              <a:defRPr sz="1260">
                <a:solidFill>
                  <a:schemeClr val="tx2"/>
                </a:solidFill>
              </a:defRPr>
            </a:lvl5pPr>
            <a:lvl6pPr>
              <a:defRPr sz="1260">
                <a:solidFill>
                  <a:schemeClr val="tx2"/>
                </a:solidFill>
              </a:defRPr>
            </a:lvl6pPr>
            <a:lvl7pPr>
              <a:defRPr sz="1260">
                <a:solidFill>
                  <a:schemeClr val="tx2"/>
                </a:solidFill>
              </a:defRPr>
            </a:lvl7pPr>
            <a:lvl8pPr>
              <a:defRPr sz="1260">
                <a:solidFill>
                  <a:schemeClr val="tx2"/>
                </a:solidFill>
              </a:defRPr>
            </a:lvl8pPr>
            <a:lvl9pPr>
              <a:defRPr sz="1260">
                <a:solidFill>
                  <a:schemeClr val="tx2"/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67858" y="2836655"/>
            <a:ext cx="3031852" cy="3001392"/>
          </a:xfrm>
        </p:spPr>
        <p:txBody>
          <a:bodyPr anchor="t">
            <a:normAutofit/>
          </a:bodyPr>
          <a:lstStyle>
            <a:lvl1pPr marL="0" indent="0" algn="l">
              <a:buNone/>
              <a:defRPr sz="1440">
                <a:solidFill>
                  <a:srgbClr val="FFFFFF"/>
                </a:solidFill>
              </a:defRPr>
            </a:lvl1pPr>
            <a:lvl2pPr marL="411470" indent="0">
              <a:buNone/>
              <a:defRPr sz="991"/>
            </a:lvl2pPr>
            <a:lvl3pPr marL="822939" indent="0">
              <a:buNone/>
              <a:defRPr sz="900"/>
            </a:lvl3pPr>
            <a:lvl4pPr marL="1234409" indent="0">
              <a:buNone/>
              <a:defRPr sz="811"/>
            </a:lvl4pPr>
            <a:lvl5pPr marL="1645879" indent="0">
              <a:buNone/>
              <a:defRPr sz="811"/>
            </a:lvl5pPr>
            <a:lvl6pPr marL="2057349" indent="0">
              <a:buNone/>
              <a:defRPr sz="811"/>
            </a:lvl6pPr>
            <a:lvl7pPr marL="2468818" indent="0">
              <a:buNone/>
              <a:defRPr sz="811"/>
            </a:lvl7pPr>
            <a:lvl8pPr marL="2880288" indent="0">
              <a:buNone/>
              <a:defRPr sz="811"/>
            </a:lvl8pPr>
            <a:lvl9pPr marL="3291758" indent="0">
              <a:buNone/>
              <a:defRPr sz="81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0B919CC2-2A65-446F-B538-9E624903544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05952" y="6456916"/>
            <a:ext cx="2844799" cy="365125"/>
          </a:xfrm>
        </p:spPr>
        <p:txBody>
          <a:bodyPr/>
          <a:lstStyle/>
          <a:p>
            <a:fld id="{8264CF15-8E02-4BE3-8BED-2B7E53A4CE09}" type="datetimeFigureOut">
              <a:rPr lang="zh-CN" altLang="en-US" smtClean="0"/>
              <a:t>2025/9/17</a:t>
            </a:fld>
            <a:endParaRPr lang="zh-CN" altLang="en-US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B72412AE-119E-4982-8B24-63365EFCA7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81192" y="6452591"/>
            <a:ext cx="691721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7FC4BB19-6AD1-45CF-9F99-00B109890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58301" y="6456916"/>
            <a:ext cx="1052510" cy="365125"/>
          </a:xfrm>
        </p:spPr>
        <p:txBody>
          <a:bodyPr/>
          <a:lstStyle/>
          <a:p>
            <a:fld id="{985ED863-5916-47AD-B630-516A65E1DCB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834339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9"/>
          </a:xfrm>
        </p:spPr>
        <p:txBody>
          <a:bodyPr anchor="b">
            <a:normAutofit/>
          </a:bodyPr>
          <a:lstStyle>
            <a:lvl1pPr algn="l">
              <a:defRPr sz="216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8" y="641352"/>
            <a:ext cx="11290859" cy="3651249"/>
          </a:xfrm>
        </p:spPr>
        <p:txBody>
          <a:bodyPr anchor="t">
            <a:normAutofit/>
          </a:bodyPr>
          <a:lstStyle>
            <a:lvl1pPr marL="0" indent="0" algn="ctr">
              <a:buNone/>
              <a:defRPr sz="1440"/>
            </a:lvl1pPr>
            <a:lvl2pPr marL="411470" indent="0">
              <a:buNone/>
              <a:defRPr sz="1440"/>
            </a:lvl2pPr>
            <a:lvl3pPr marL="822939" indent="0">
              <a:buNone/>
              <a:defRPr sz="1440"/>
            </a:lvl3pPr>
            <a:lvl4pPr marL="1234409" indent="0">
              <a:buNone/>
              <a:defRPr sz="1440"/>
            </a:lvl4pPr>
            <a:lvl5pPr marL="1645879" indent="0">
              <a:buNone/>
              <a:defRPr sz="1440"/>
            </a:lvl5pPr>
            <a:lvl6pPr marL="2057349" indent="0">
              <a:buNone/>
              <a:defRPr sz="1440"/>
            </a:lvl6pPr>
            <a:lvl7pPr marL="2468818" indent="0">
              <a:buNone/>
              <a:defRPr sz="1440"/>
            </a:lvl7pPr>
            <a:lvl8pPr marL="2880288" indent="0">
              <a:buNone/>
              <a:defRPr sz="1440"/>
            </a:lvl8pPr>
            <a:lvl9pPr marL="3291758" indent="0">
              <a:buNone/>
              <a:defRPr sz="1440"/>
            </a:lvl9pPr>
          </a:lstStyle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3" y="5260127"/>
            <a:ext cx="11029616" cy="998148"/>
          </a:xfrm>
        </p:spPr>
        <p:txBody>
          <a:bodyPr anchor="t">
            <a:normAutofit/>
          </a:bodyPr>
          <a:lstStyle>
            <a:lvl1pPr marL="0" indent="0">
              <a:buNone/>
              <a:defRPr sz="1440"/>
            </a:lvl1pPr>
            <a:lvl2pPr marL="411470" indent="0">
              <a:buNone/>
              <a:defRPr sz="1080"/>
            </a:lvl2pPr>
            <a:lvl3pPr marL="822939" indent="0">
              <a:buNone/>
              <a:defRPr sz="900"/>
            </a:lvl3pPr>
            <a:lvl4pPr marL="1234409" indent="0">
              <a:buNone/>
              <a:defRPr sz="811"/>
            </a:lvl4pPr>
            <a:lvl5pPr marL="1645879" indent="0">
              <a:buNone/>
              <a:defRPr sz="811"/>
            </a:lvl5pPr>
            <a:lvl6pPr marL="2057349" indent="0">
              <a:buNone/>
              <a:defRPr sz="811"/>
            </a:lvl6pPr>
            <a:lvl7pPr marL="2468818" indent="0">
              <a:buNone/>
              <a:defRPr sz="811"/>
            </a:lvl7pPr>
            <a:lvl8pPr marL="2880288" indent="0">
              <a:buNone/>
              <a:defRPr sz="811"/>
            </a:lvl8pPr>
            <a:lvl9pPr marL="3291758" indent="0">
              <a:buNone/>
              <a:defRPr sz="81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64CF15-8E02-4BE3-8BED-2B7E53A4CE09}" type="datetimeFigureOut">
              <a:rPr lang="zh-CN" altLang="en-US" smtClean="0"/>
              <a:t>2025/9/17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5ED863-5916-47AD-B630-516A65E1DCB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963091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3" y="702156"/>
            <a:ext cx="11029616" cy="1013800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64CF15-8E02-4BE3-8BED-2B7E53A4CE09}" type="datetimeFigureOut">
              <a:rPr lang="zh-CN" altLang="en-US" smtClean="0"/>
              <a:t>2025/9/17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5ED863-5916-47AD-B630-516A65E1DCB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543460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058151" y="599726"/>
            <a:ext cx="3687316" cy="5816951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204201" y="863601"/>
            <a:ext cx="3124200" cy="4807327"/>
          </a:xfrm>
        </p:spPr>
        <p:txBody>
          <a:bodyPr vert="eaVert" anchor="ctr"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4" y="863601"/>
            <a:ext cx="7161625" cy="4807327"/>
          </a:xfrm>
        </p:spPr>
        <p:txBody>
          <a:bodyPr vert="eaVert" anchor="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6423B97-A5D4-47B9-8861-73B3707A04CF}"/>
              </a:ext>
            </a:extLst>
          </p:cNvPr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AEC0421-37B4-4481-A10D-69FDF5EC7909}"/>
              </a:ext>
            </a:extLst>
          </p:cNvPr>
          <p:cNvSpPr/>
          <p:nvPr/>
        </p:nvSpPr>
        <p:spPr>
          <a:xfrm>
            <a:off x="8042147" y="453643"/>
            <a:ext cx="3703320" cy="98555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F7265B5-9F97-4F1E-99E9-74F7B7E62337}"/>
              </a:ext>
            </a:extLst>
          </p:cNvPr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5C74A470-3BD3-4F33-80E5-67E6E87FCB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64CF15-8E02-4BE3-8BED-2B7E53A4CE09}" type="datetimeFigureOut">
              <a:rPr lang="zh-CN" altLang="en-US" smtClean="0"/>
              <a:t>2025/9/17</a:t>
            </a:fld>
            <a:endParaRPr lang="zh-CN" altLang="en-US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9A3A30BA-DB50-4D7D-BCDE-17D20FB354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76FF9E58-C0B2-436B-A21C-DB45A00D6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5ED863-5916-47AD-B630-516A65E1DCB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576507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5" y="3085764"/>
            <a:ext cx="11298932" cy="3338149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2"/>
            <a:ext cx="10993550" cy="1475013"/>
          </a:xfrm>
          <a:effectLst/>
        </p:spPr>
        <p:txBody>
          <a:bodyPr anchor="b">
            <a:normAutofit/>
          </a:bodyPr>
          <a:lstStyle>
            <a:lvl1pPr>
              <a:defRPr sz="324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6"/>
            <a:ext cx="10993547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440" cap="all">
                <a:solidFill>
                  <a:schemeClr val="accent1"/>
                </a:solidFill>
              </a:defRPr>
            </a:lvl1pPr>
            <a:lvl2pPr marL="4114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8229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2344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64587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05734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46881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88028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29175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/>
              <a:t>Click to edit Master subtitle style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7FA0ACE7-29A8-47D3-A7D9-257B711D8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6AF446-C7A3-4A2D-B01C-4080BC0DDC51}" type="datetime1">
              <a:rPr lang="en-US" smtClean="0"/>
              <a:t>9/17/2025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DEC604B9-52E9-4810-8359-47206518D0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5898A89F-CA25-400F-B05A-AECBF2517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370823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02156"/>
            <a:ext cx="11029616" cy="1188720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3" y="2340865"/>
            <a:ext cx="11029615" cy="3634487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770E6237-3456-439F-802D-3BA93FC7E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A5B41-BFC4-4275-B283-99B49DA65AE7}" type="datetime1">
              <a:rPr lang="en-US" smtClean="0"/>
              <a:t>9/17/2025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1356D3B5-6063-4A89-B88F-9D3043916F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2B78BF7-69D3-4CE0-A631-50EFD41EEE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953088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5"/>
            <a:ext cx="11290861" cy="125882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4" y="2393951"/>
            <a:ext cx="11029615" cy="2147467"/>
          </a:xfrm>
        </p:spPr>
        <p:txBody>
          <a:bodyPr anchor="b">
            <a:normAutofit/>
          </a:bodyPr>
          <a:lstStyle>
            <a:lvl1pPr algn="l">
              <a:defRPr sz="3240" b="0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3" y="4541418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620" cap="all">
                <a:solidFill>
                  <a:schemeClr val="accent1"/>
                </a:solidFill>
              </a:defRPr>
            </a:lvl1pPr>
            <a:lvl2pPr marL="411470" indent="0">
              <a:buNone/>
              <a:defRPr sz="1620">
                <a:solidFill>
                  <a:schemeClr val="tx1">
                    <a:tint val="75000"/>
                  </a:schemeClr>
                </a:solidFill>
              </a:defRPr>
            </a:lvl2pPr>
            <a:lvl3pPr marL="822939" indent="0">
              <a:buNone/>
              <a:defRPr sz="1440">
                <a:solidFill>
                  <a:schemeClr val="tx1">
                    <a:tint val="75000"/>
                  </a:schemeClr>
                </a:solidFill>
              </a:defRPr>
            </a:lvl3pPr>
            <a:lvl4pPr marL="1234409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4pPr>
            <a:lvl5pPr marL="1645879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5pPr>
            <a:lvl6pPr marL="2057349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6pPr>
            <a:lvl7pPr marL="2468818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7pPr>
            <a:lvl8pPr marL="2880288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8pPr>
            <a:lvl9pPr marL="3291758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1582016-5696-4A93-887F-BBB3B9002F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F5041-7C46-4557-A8EF-D9C07452E04F}" type="datetime1">
              <a:rPr lang="en-US" smtClean="0"/>
              <a:t>9/17/2025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57CFCD5-1192-4E18-8A8F-29E153B44D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E39A109E-5018-4794-92B3-FD5E5BCD95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243494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9"/>
            <a:ext cx="11029616" cy="988332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4"/>
            <a:ext cx="5194767" cy="3633047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6041" y="2228004"/>
            <a:ext cx="5194769" cy="3633047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65F29B-8031-46B1-B8C6-0E15991220BD}" type="datetime1">
              <a:rPr lang="en-US" smtClean="0"/>
              <a:t>9/17/2025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155733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9"/>
            <a:ext cx="11029616" cy="988332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250891"/>
            <a:ext cx="5194769" cy="557784"/>
          </a:xfrm>
        </p:spPr>
        <p:txBody>
          <a:bodyPr anchor="ctr">
            <a:noAutofit/>
          </a:bodyPr>
          <a:lstStyle>
            <a:lvl1pPr marL="0" indent="0">
              <a:buNone/>
              <a:defRPr sz="18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11470" indent="0">
              <a:buNone/>
              <a:defRPr sz="1800" b="1"/>
            </a:lvl2pPr>
            <a:lvl3pPr marL="822939" indent="0">
              <a:buNone/>
              <a:defRPr sz="1620" b="1"/>
            </a:lvl3pPr>
            <a:lvl4pPr marL="1234409" indent="0">
              <a:buNone/>
              <a:defRPr sz="1440" b="1"/>
            </a:lvl4pPr>
            <a:lvl5pPr marL="1645879" indent="0">
              <a:buNone/>
              <a:defRPr sz="1440" b="1"/>
            </a:lvl5pPr>
            <a:lvl6pPr marL="2057349" indent="0">
              <a:buNone/>
              <a:defRPr sz="1440" b="1"/>
            </a:lvl6pPr>
            <a:lvl7pPr marL="2468818" indent="0">
              <a:buNone/>
              <a:defRPr sz="1440" b="1"/>
            </a:lvl7pPr>
            <a:lvl8pPr marL="2880288" indent="0">
              <a:buNone/>
              <a:defRPr sz="1440" b="1"/>
            </a:lvl8pPr>
            <a:lvl9pPr marL="3291758" indent="0">
              <a:buNone/>
              <a:defRPr sz="144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5" y="2926054"/>
            <a:ext cx="5194766" cy="2934999"/>
          </a:xfrm>
        </p:spPr>
        <p:txBody>
          <a:bodyPr anchor="t"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6039" y="2250892"/>
            <a:ext cx="5194770" cy="553373"/>
          </a:xfrm>
        </p:spPr>
        <p:txBody>
          <a:bodyPr anchor="ctr">
            <a:noAutofit/>
          </a:bodyPr>
          <a:lstStyle>
            <a:lvl1pPr marL="0" marR="0" indent="0" algn="l" defTabSz="41147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54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 sz="18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11470" indent="0">
              <a:buNone/>
              <a:defRPr sz="1800" b="1"/>
            </a:lvl2pPr>
            <a:lvl3pPr marL="822939" indent="0">
              <a:buNone/>
              <a:defRPr sz="1620" b="1"/>
            </a:lvl3pPr>
            <a:lvl4pPr marL="1234409" indent="0">
              <a:buNone/>
              <a:defRPr sz="1440" b="1"/>
            </a:lvl4pPr>
            <a:lvl5pPr marL="1645879" indent="0">
              <a:buNone/>
              <a:defRPr sz="1440" b="1"/>
            </a:lvl5pPr>
            <a:lvl6pPr marL="2057349" indent="0">
              <a:buNone/>
              <a:defRPr sz="1440" b="1"/>
            </a:lvl6pPr>
            <a:lvl7pPr marL="2468818" indent="0">
              <a:buNone/>
              <a:defRPr sz="1440" b="1"/>
            </a:lvl7pPr>
            <a:lvl8pPr marL="2880288" indent="0">
              <a:buNone/>
              <a:defRPr sz="1440" b="1"/>
            </a:lvl8pPr>
            <a:lvl9pPr marL="3291758" indent="0">
              <a:buNone/>
              <a:defRPr sz="1440" b="1"/>
            </a:lvl9pPr>
          </a:lstStyle>
          <a:p>
            <a:pPr marL="0" marR="0" lvl="0" indent="0" algn="l" defTabSz="41147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54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/>
            </a:pPr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6039" y="2926054"/>
            <a:ext cx="5194770" cy="2934999"/>
          </a:xfrm>
        </p:spPr>
        <p:txBody>
          <a:bodyPr anchor="t"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26BC96-89B3-4A8F-8C3A-8FECB7F0AF50}" type="datetime1">
              <a:rPr lang="en-US" smtClean="0"/>
              <a:t>9/17/2025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973795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9"/>
            <a:ext cx="11029616" cy="988332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F6BEE-F3E4-4F76-B56D-1C48BBD7AEA9}" type="datetime1">
              <a:rPr lang="en-US" smtClean="0"/>
              <a:t>9/17/2025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759017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BF79E3-AE5C-4717-978E-15FC3620ACEF}" type="datetime1">
              <a:rPr lang="en-US" smtClean="0"/>
              <a:t>9/17/2025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531683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8" y="601201"/>
            <a:ext cx="3682723" cy="5815475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7858" y="933451"/>
            <a:ext cx="3031852" cy="1722419"/>
          </a:xfrm>
        </p:spPr>
        <p:txBody>
          <a:bodyPr anchor="b">
            <a:normAutofit/>
          </a:bodyPr>
          <a:lstStyle>
            <a:lvl1pPr algn="l">
              <a:defRPr sz="2160" b="0">
                <a:solidFill>
                  <a:srgbClr val="FFFFFF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00930" y="1179829"/>
            <a:ext cx="6650991" cy="4658216"/>
          </a:xfrm>
        </p:spPr>
        <p:txBody>
          <a:bodyPr anchor="ctr">
            <a:normAutofit/>
          </a:bodyPr>
          <a:lstStyle>
            <a:lvl1pPr>
              <a:defRPr sz="1800">
                <a:solidFill>
                  <a:schemeClr val="tx2"/>
                </a:solidFill>
              </a:defRPr>
            </a:lvl1pPr>
            <a:lvl2pPr>
              <a:defRPr sz="1620">
                <a:solidFill>
                  <a:schemeClr val="tx2"/>
                </a:solidFill>
              </a:defRPr>
            </a:lvl2pPr>
            <a:lvl3pPr>
              <a:defRPr sz="1440">
                <a:solidFill>
                  <a:schemeClr val="tx2"/>
                </a:solidFill>
              </a:defRPr>
            </a:lvl3pPr>
            <a:lvl4pPr>
              <a:defRPr sz="1260">
                <a:solidFill>
                  <a:schemeClr val="tx2"/>
                </a:solidFill>
              </a:defRPr>
            </a:lvl4pPr>
            <a:lvl5pPr>
              <a:defRPr sz="1260">
                <a:solidFill>
                  <a:schemeClr val="tx2"/>
                </a:solidFill>
              </a:defRPr>
            </a:lvl5pPr>
            <a:lvl6pPr>
              <a:defRPr sz="1260">
                <a:solidFill>
                  <a:schemeClr val="tx2"/>
                </a:solidFill>
              </a:defRPr>
            </a:lvl6pPr>
            <a:lvl7pPr>
              <a:defRPr sz="1260">
                <a:solidFill>
                  <a:schemeClr val="tx2"/>
                </a:solidFill>
              </a:defRPr>
            </a:lvl7pPr>
            <a:lvl8pPr>
              <a:defRPr sz="1260">
                <a:solidFill>
                  <a:schemeClr val="tx2"/>
                </a:solidFill>
              </a:defRPr>
            </a:lvl8pPr>
            <a:lvl9pPr>
              <a:defRPr sz="1260">
                <a:solidFill>
                  <a:schemeClr val="tx2"/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67858" y="2836655"/>
            <a:ext cx="3031852" cy="3001392"/>
          </a:xfrm>
        </p:spPr>
        <p:txBody>
          <a:bodyPr anchor="t">
            <a:normAutofit/>
          </a:bodyPr>
          <a:lstStyle>
            <a:lvl1pPr marL="0" indent="0" algn="l">
              <a:buNone/>
              <a:defRPr sz="1440">
                <a:solidFill>
                  <a:srgbClr val="FFFFFF"/>
                </a:solidFill>
              </a:defRPr>
            </a:lvl1pPr>
            <a:lvl2pPr marL="411470" indent="0">
              <a:buNone/>
              <a:defRPr sz="991"/>
            </a:lvl2pPr>
            <a:lvl3pPr marL="822939" indent="0">
              <a:buNone/>
              <a:defRPr sz="900"/>
            </a:lvl3pPr>
            <a:lvl4pPr marL="1234409" indent="0">
              <a:buNone/>
              <a:defRPr sz="811"/>
            </a:lvl4pPr>
            <a:lvl5pPr marL="1645879" indent="0">
              <a:buNone/>
              <a:defRPr sz="811"/>
            </a:lvl5pPr>
            <a:lvl6pPr marL="2057349" indent="0">
              <a:buNone/>
              <a:defRPr sz="811"/>
            </a:lvl6pPr>
            <a:lvl7pPr marL="2468818" indent="0">
              <a:buNone/>
              <a:defRPr sz="811"/>
            </a:lvl7pPr>
            <a:lvl8pPr marL="2880288" indent="0">
              <a:buNone/>
              <a:defRPr sz="811"/>
            </a:lvl8pPr>
            <a:lvl9pPr marL="3291758" indent="0">
              <a:buNone/>
              <a:defRPr sz="81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0B919CC2-2A65-446F-B538-9E624903544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05952" y="6456916"/>
            <a:ext cx="2844799" cy="365125"/>
          </a:xfrm>
        </p:spPr>
        <p:txBody>
          <a:bodyPr/>
          <a:lstStyle/>
          <a:p>
            <a:fld id="{07B82B69-02FF-4A00-BF94-063310C8EF70}" type="datetime1">
              <a:rPr lang="en-US" smtClean="0"/>
              <a:t>9/17/2025</a:t>
            </a:fld>
            <a:endParaRPr lang="en-US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B72412AE-119E-4982-8B24-63365EFCA7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81192" y="6452591"/>
            <a:ext cx="691721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7FC4BB19-6AD1-45CF-9F99-00B109890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58301" y="6456916"/>
            <a:ext cx="1052510" cy="365125"/>
          </a:xfrm>
        </p:spPr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539560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9"/>
          </a:xfrm>
        </p:spPr>
        <p:txBody>
          <a:bodyPr anchor="b">
            <a:normAutofit/>
          </a:bodyPr>
          <a:lstStyle>
            <a:lvl1pPr algn="l">
              <a:defRPr sz="216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8" y="641352"/>
            <a:ext cx="11290859" cy="3651249"/>
          </a:xfrm>
        </p:spPr>
        <p:txBody>
          <a:bodyPr anchor="t">
            <a:normAutofit/>
          </a:bodyPr>
          <a:lstStyle>
            <a:lvl1pPr marL="0" indent="0" algn="ctr">
              <a:buNone/>
              <a:defRPr sz="1440"/>
            </a:lvl1pPr>
            <a:lvl2pPr marL="411470" indent="0">
              <a:buNone/>
              <a:defRPr sz="1440"/>
            </a:lvl2pPr>
            <a:lvl3pPr marL="822939" indent="0">
              <a:buNone/>
              <a:defRPr sz="1440"/>
            </a:lvl3pPr>
            <a:lvl4pPr marL="1234409" indent="0">
              <a:buNone/>
              <a:defRPr sz="1440"/>
            </a:lvl4pPr>
            <a:lvl5pPr marL="1645879" indent="0">
              <a:buNone/>
              <a:defRPr sz="1440"/>
            </a:lvl5pPr>
            <a:lvl6pPr marL="2057349" indent="0">
              <a:buNone/>
              <a:defRPr sz="1440"/>
            </a:lvl6pPr>
            <a:lvl7pPr marL="2468818" indent="0">
              <a:buNone/>
              <a:defRPr sz="1440"/>
            </a:lvl7pPr>
            <a:lvl8pPr marL="2880288" indent="0">
              <a:buNone/>
              <a:defRPr sz="1440"/>
            </a:lvl8pPr>
            <a:lvl9pPr marL="3291758" indent="0">
              <a:buNone/>
              <a:defRPr sz="1440"/>
            </a:lvl9pPr>
          </a:lstStyle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3" y="5260127"/>
            <a:ext cx="11029616" cy="998148"/>
          </a:xfrm>
        </p:spPr>
        <p:txBody>
          <a:bodyPr anchor="t">
            <a:normAutofit/>
          </a:bodyPr>
          <a:lstStyle>
            <a:lvl1pPr marL="0" indent="0">
              <a:buNone/>
              <a:defRPr sz="1440"/>
            </a:lvl1pPr>
            <a:lvl2pPr marL="411470" indent="0">
              <a:buNone/>
              <a:defRPr sz="1080"/>
            </a:lvl2pPr>
            <a:lvl3pPr marL="822939" indent="0">
              <a:buNone/>
              <a:defRPr sz="900"/>
            </a:lvl3pPr>
            <a:lvl4pPr marL="1234409" indent="0">
              <a:buNone/>
              <a:defRPr sz="811"/>
            </a:lvl4pPr>
            <a:lvl5pPr marL="1645879" indent="0">
              <a:buNone/>
              <a:defRPr sz="811"/>
            </a:lvl5pPr>
            <a:lvl6pPr marL="2057349" indent="0">
              <a:buNone/>
              <a:defRPr sz="811"/>
            </a:lvl6pPr>
            <a:lvl7pPr marL="2468818" indent="0">
              <a:buNone/>
              <a:defRPr sz="811"/>
            </a:lvl7pPr>
            <a:lvl8pPr marL="2880288" indent="0">
              <a:buNone/>
              <a:defRPr sz="811"/>
            </a:lvl8pPr>
            <a:lvl9pPr marL="3291758" indent="0">
              <a:buNone/>
              <a:defRPr sz="81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7A3C19-50BF-43F6-AD63-C05469BE5035}" type="datetime1">
              <a:rPr lang="en-US" smtClean="0"/>
              <a:t>9/17/2025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069815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3" y="702156"/>
            <a:ext cx="11029616" cy="1013800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D35F4A-7979-4619-A182-7748F9FBAA45}" type="datetime1">
              <a:rPr lang="en-US" smtClean="0"/>
              <a:t>9/17/2025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092861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058151" y="599726"/>
            <a:ext cx="3687316" cy="5816951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204201" y="863601"/>
            <a:ext cx="3124200" cy="4807327"/>
          </a:xfrm>
        </p:spPr>
        <p:txBody>
          <a:bodyPr vert="eaVert" anchor="ctr"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4" y="863601"/>
            <a:ext cx="7161625" cy="4807327"/>
          </a:xfrm>
        </p:spPr>
        <p:txBody>
          <a:bodyPr vert="eaVert" anchor="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6423B97-A5D4-47B9-8861-73B3707A04CF}"/>
              </a:ext>
            </a:extLst>
          </p:cNvPr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AEC0421-37B4-4481-A10D-69FDF5EC7909}"/>
              </a:ext>
            </a:extLst>
          </p:cNvPr>
          <p:cNvSpPr/>
          <p:nvPr/>
        </p:nvSpPr>
        <p:spPr>
          <a:xfrm>
            <a:off x="8042147" y="453643"/>
            <a:ext cx="3703320" cy="98555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F7265B5-9F97-4F1E-99E9-74F7B7E62337}"/>
              </a:ext>
            </a:extLst>
          </p:cNvPr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5C74A470-3BD3-4F33-80E5-67E6E87FCB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8A0E10-3CDB-43FE-B1B5-7D3654751138}" type="datetime1">
              <a:rPr lang="en-US" smtClean="0"/>
              <a:t>9/17/2025</a:t>
            </a:fld>
            <a:endParaRPr lang="en-US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9A3A30BA-DB50-4D7D-BCDE-17D20FB354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76FF9E58-C0B2-436B-A21C-DB45A00D6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157989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5" y="3085764"/>
            <a:ext cx="11298932" cy="3338149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2"/>
            <a:ext cx="10993550" cy="1475013"/>
          </a:xfrm>
          <a:effectLst/>
        </p:spPr>
        <p:txBody>
          <a:bodyPr anchor="b">
            <a:normAutofit/>
          </a:bodyPr>
          <a:lstStyle>
            <a:lvl1pPr>
              <a:defRPr sz="324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6"/>
            <a:ext cx="10993547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440" cap="all">
                <a:solidFill>
                  <a:schemeClr val="accent1"/>
                </a:solidFill>
              </a:defRPr>
            </a:lvl1pPr>
            <a:lvl2pPr marL="4114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8229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2344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64587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05734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46881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88028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29175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/>
              <a:t>Click to edit Master subtitle style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7FA0ACE7-29A8-47D3-A7D9-257B711D8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B0FEA4-C6CA-4262-94C7-989766AA3A47}" type="datetime1">
              <a:rPr lang="en-US" smtClean="0"/>
              <a:t>9/17/2025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DEC604B9-52E9-4810-8359-47206518D0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5898A89F-CA25-400F-B05A-AECBF2517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812401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02156"/>
            <a:ext cx="11029616" cy="1188720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3" y="2340865"/>
            <a:ext cx="11029615" cy="3634487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770E6237-3456-439F-802D-3BA93FC7E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5A5F7-BE7B-4360-B821-FCDB8E9197AC}" type="datetime1">
              <a:rPr lang="en-US" smtClean="0"/>
              <a:t>9/17/2025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1356D3B5-6063-4A89-B88F-9D3043916F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2B78BF7-69D3-4CE0-A631-50EFD41EEE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4066727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5"/>
            <a:ext cx="11290861" cy="125882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4" y="2393951"/>
            <a:ext cx="11029615" cy="2147467"/>
          </a:xfrm>
        </p:spPr>
        <p:txBody>
          <a:bodyPr anchor="b">
            <a:normAutofit/>
          </a:bodyPr>
          <a:lstStyle>
            <a:lvl1pPr algn="l">
              <a:defRPr sz="3240" b="0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3" y="4541418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620" cap="all">
                <a:solidFill>
                  <a:schemeClr val="accent1"/>
                </a:solidFill>
              </a:defRPr>
            </a:lvl1pPr>
            <a:lvl2pPr marL="411470" indent="0">
              <a:buNone/>
              <a:defRPr sz="1620">
                <a:solidFill>
                  <a:schemeClr val="tx1">
                    <a:tint val="75000"/>
                  </a:schemeClr>
                </a:solidFill>
              </a:defRPr>
            </a:lvl2pPr>
            <a:lvl3pPr marL="822939" indent="0">
              <a:buNone/>
              <a:defRPr sz="1440">
                <a:solidFill>
                  <a:schemeClr val="tx1">
                    <a:tint val="75000"/>
                  </a:schemeClr>
                </a:solidFill>
              </a:defRPr>
            </a:lvl3pPr>
            <a:lvl4pPr marL="1234409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4pPr>
            <a:lvl5pPr marL="1645879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5pPr>
            <a:lvl6pPr marL="2057349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6pPr>
            <a:lvl7pPr marL="2468818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7pPr>
            <a:lvl8pPr marL="2880288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8pPr>
            <a:lvl9pPr marL="3291758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1582016-5696-4A93-887F-BBB3B9002F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45D492-0F60-495A-BAAC-3C877C1D64A2}" type="datetime1">
              <a:rPr lang="en-US" smtClean="0"/>
              <a:t>9/17/2025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57CFCD5-1192-4E18-8A8F-29E153B44D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E39A109E-5018-4794-92B3-FD5E5BCD95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5880923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9"/>
            <a:ext cx="11029616" cy="988332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4"/>
            <a:ext cx="5194767" cy="3633047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6041" y="2228004"/>
            <a:ext cx="5194769" cy="3633047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22FED-C97B-4E3C-B05B-1278829CCA0F}" type="datetime1">
              <a:rPr lang="en-US" smtClean="0"/>
              <a:t>9/17/2025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664754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9"/>
            <a:ext cx="11029616" cy="988332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250891"/>
            <a:ext cx="5194769" cy="557784"/>
          </a:xfrm>
        </p:spPr>
        <p:txBody>
          <a:bodyPr anchor="ctr">
            <a:noAutofit/>
          </a:bodyPr>
          <a:lstStyle>
            <a:lvl1pPr marL="0" indent="0">
              <a:buNone/>
              <a:defRPr sz="18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11470" indent="0">
              <a:buNone/>
              <a:defRPr sz="1800" b="1"/>
            </a:lvl2pPr>
            <a:lvl3pPr marL="822939" indent="0">
              <a:buNone/>
              <a:defRPr sz="1620" b="1"/>
            </a:lvl3pPr>
            <a:lvl4pPr marL="1234409" indent="0">
              <a:buNone/>
              <a:defRPr sz="1440" b="1"/>
            </a:lvl4pPr>
            <a:lvl5pPr marL="1645879" indent="0">
              <a:buNone/>
              <a:defRPr sz="1440" b="1"/>
            </a:lvl5pPr>
            <a:lvl6pPr marL="2057349" indent="0">
              <a:buNone/>
              <a:defRPr sz="1440" b="1"/>
            </a:lvl6pPr>
            <a:lvl7pPr marL="2468818" indent="0">
              <a:buNone/>
              <a:defRPr sz="1440" b="1"/>
            </a:lvl7pPr>
            <a:lvl8pPr marL="2880288" indent="0">
              <a:buNone/>
              <a:defRPr sz="1440" b="1"/>
            </a:lvl8pPr>
            <a:lvl9pPr marL="3291758" indent="0">
              <a:buNone/>
              <a:defRPr sz="144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5" y="2926054"/>
            <a:ext cx="5194766" cy="2934999"/>
          </a:xfrm>
        </p:spPr>
        <p:txBody>
          <a:bodyPr anchor="t"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6039" y="2250892"/>
            <a:ext cx="5194770" cy="553373"/>
          </a:xfrm>
        </p:spPr>
        <p:txBody>
          <a:bodyPr anchor="ctr">
            <a:noAutofit/>
          </a:bodyPr>
          <a:lstStyle>
            <a:lvl1pPr marL="0" marR="0" indent="0" algn="l" defTabSz="41147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54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 sz="18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11470" indent="0">
              <a:buNone/>
              <a:defRPr sz="1800" b="1"/>
            </a:lvl2pPr>
            <a:lvl3pPr marL="822939" indent="0">
              <a:buNone/>
              <a:defRPr sz="1620" b="1"/>
            </a:lvl3pPr>
            <a:lvl4pPr marL="1234409" indent="0">
              <a:buNone/>
              <a:defRPr sz="1440" b="1"/>
            </a:lvl4pPr>
            <a:lvl5pPr marL="1645879" indent="0">
              <a:buNone/>
              <a:defRPr sz="1440" b="1"/>
            </a:lvl5pPr>
            <a:lvl6pPr marL="2057349" indent="0">
              <a:buNone/>
              <a:defRPr sz="1440" b="1"/>
            </a:lvl6pPr>
            <a:lvl7pPr marL="2468818" indent="0">
              <a:buNone/>
              <a:defRPr sz="1440" b="1"/>
            </a:lvl7pPr>
            <a:lvl8pPr marL="2880288" indent="0">
              <a:buNone/>
              <a:defRPr sz="1440" b="1"/>
            </a:lvl8pPr>
            <a:lvl9pPr marL="3291758" indent="0">
              <a:buNone/>
              <a:defRPr sz="1440" b="1"/>
            </a:lvl9pPr>
          </a:lstStyle>
          <a:p>
            <a:pPr marL="0" marR="0" lvl="0" indent="0" algn="l" defTabSz="41147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54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/>
            </a:pPr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6039" y="2926054"/>
            <a:ext cx="5194770" cy="2934999"/>
          </a:xfrm>
        </p:spPr>
        <p:txBody>
          <a:bodyPr anchor="t"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F91E7-DD27-45EE-9FAC-A58839C2E3FB}" type="datetime1">
              <a:rPr lang="en-US" smtClean="0"/>
              <a:t>9/17/2025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093042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9"/>
            <a:ext cx="11029616" cy="988332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0DB943-D34E-498D-BB5B-1BC0D01A4C3C}" type="datetime1">
              <a:rPr lang="en-US" smtClean="0"/>
              <a:t>9/17/2025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962106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F88AC7-A362-47DE-B037-3A7E785BA73D}" type="datetime1">
              <a:rPr lang="en-US" smtClean="0"/>
              <a:t>9/17/2025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4444865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8" y="601201"/>
            <a:ext cx="3682723" cy="5815475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7858" y="933451"/>
            <a:ext cx="3031852" cy="1722419"/>
          </a:xfrm>
        </p:spPr>
        <p:txBody>
          <a:bodyPr anchor="b">
            <a:normAutofit/>
          </a:bodyPr>
          <a:lstStyle>
            <a:lvl1pPr algn="l">
              <a:defRPr sz="2160" b="0">
                <a:solidFill>
                  <a:srgbClr val="FFFFFF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00930" y="1179829"/>
            <a:ext cx="6650991" cy="4658216"/>
          </a:xfrm>
        </p:spPr>
        <p:txBody>
          <a:bodyPr anchor="ctr">
            <a:normAutofit/>
          </a:bodyPr>
          <a:lstStyle>
            <a:lvl1pPr>
              <a:defRPr sz="1800">
                <a:solidFill>
                  <a:schemeClr val="tx2"/>
                </a:solidFill>
              </a:defRPr>
            </a:lvl1pPr>
            <a:lvl2pPr>
              <a:defRPr sz="1620">
                <a:solidFill>
                  <a:schemeClr val="tx2"/>
                </a:solidFill>
              </a:defRPr>
            </a:lvl2pPr>
            <a:lvl3pPr>
              <a:defRPr sz="1440">
                <a:solidFill>
                  <a:schemeClr val="tx2"/>
                </a:solidFill>
              </a:defRPr>
            </a:lvl3pPr>
            <a:lvl4pPr>
              <a:defRPr sz="1260">
                <a:solidFill>
                  <a:schemeClr val="tx2"/>
                </a:solidFill>
              </a:defRPr>
            </a:lvl4pPr>
            <a:lvl5pPr>
              <a:defRPr sz="1260">
                <a:solidFill>
                  <a:schemeClr val="tx2"/>
                </a:solidFill>
              </a:defRPr>
            </a:lvl5pPr>
            <a:lvl6pPr>
              <a:defRPr sz="1260">
                <a:solidFill>
                  <a:schemeClr val="tx2"/>
                </a:solidFill>
              </a:defRPr>
            </a:lvl6pPr>
            <a:lvl7pPr>
              <a:defRPr sz="1260">
                <a:solidFill>
                  <a:schemeClr val="tx2"/>
                </a:solidFill>
              </a:defRPr>
            </a:lvl7pPr>
            <a:lvl8pPr>
              <a:defRPr sz="1260">
                <a:solidFill>
                  <a:schemeClr val="tx2"/>
                </a:solidFill>
              </a:defRPr>
            </a:lvl8pPr>
            <a:lvl9pPr>
              <a:defRPr sz="1260">
                <a:solidFill>
                  <a:schemeClr val="tx2"/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67858" y="2836655"/>
            <a:ext cx="3031852" cy="3001392"/>
          </a:xfrm>
        </p:spPr>
        <p:txBody>
          <a:bodyPr anchor="t">
            <a:normAutofit/>
          </a:bodyPr>
          <a:lstStyle>
            <a:lvl1pPr marL="0" indent="0" algn="l">
              <a:buNone/>
              <a:defRPr sz="1440">
                <a:solidFill>
                  <a:srgbClr val="FFFFFF"/>
                </a:solidFill>
              </a:defRPr>
            </a:lvl1pPr>
            <a:lvl2pPr marL="411470" indent="0">
              <a:buNone/>
              <a:defRPr sz="991"/>
            </a:lvl2pPr>
            <a:lvl3pPr marL="822939" indent="0">
              <a:buNone/>
              <a:defRPr sz="900"/>
            </a:lvl3pPr>
            <a:lvl4pPr marL="1234409" indent="0">
              <a:buNone/>
              <a:defRPr sz="811"/>
            </a:lvl4pPr>
            <a:lvl5pPr marL="1645879" indent="0">
              <a:buNone/>
              <a:defRPr sz="811"/>
            </a:lvl5pPr>
            <a:lvl6pPr marL="2057349" indent="0">
              <a:buNone/>
              <a:defRPr sz="811"/>
            </a:lvl6pPr>
            <a:lvl7pPr marL="2468818" indent="0">
              <a:buNone/>
              <a:defRPr sz="811"/>
            </a:lvl7pPr>
            <a:lvl8pPr marL="2880288" indent="0">
              <a:buNone/>
              <a:defRPr sz="811"/>
            </a:lvl8pPr>
            <a:lvl9pPr marL="3291758" indent="0">
              <a:buNone/>
              <a:defRPr sz="81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0B919CC2-2A65-446F-B538-9E624903544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05952" y="6456916"/>
            <a:ext cx="2844799" cy="365125"/>
          </a:xfrm>
        </p:spPr>
        <p:txBody>
          <a:bodyPr/>
          <a:lstStyle/>
          <a:p>
            <a:fld id="{1E09BAED-B7FC-4220-8037-60663F890984}" type="datetime1">
              <a:rPr lang="en-US" smtClean="0"/>
              <a:t>9/17/2025</a:t>
            </a:fld>
            <a:endParaRPr lang="en-US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B72412AE-119E-4982-8B24-63365EFCA7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81192" y="6452591"/>
            <a:ext cx="691721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7FC4BB19-6AD1-45CF-9F99-00B109890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58301" y="6456916"/>
            <a:ext cx="1052510" cy="365125"/>
          </a:xfrm>
        </p:spPr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4007141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9"/>
          </a:xfrm>
        </p:spPr>
        <p:txBody>
          <a:bodyPr anchor="b">
            <a:normAutofit/>
          </a:bodyPr>
          <a:lstStyle>
            <a:lvl1pPr algn="l">
              <a:defRPr sz="216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8" y="641352"/>
            <a:ext cx="11290859" cy="3651249"/>
          </a:xfrm>
        </p:spPr>
        <p:txBody>
          <a:bodyPr anchor="t">
            <a:normAutofit/>
          </a:bodyPr>
          <a:lstStyle>
            <a:lvl1pPr marL="0" indent="0" algn="ctr">
              <a:buNone/>
              <a:defRPr sz="1440"/>
            </a:lvl1pPr>
            <a:lvl2pPr marL="411470" indent="0">
              <a:buNone/>
              <a:defRPr sz="1440"/>
            </a:lvl2pPr>
            <a:lvl3pPr marL="822939" indent="0">
              <a:buNone/>
              <a:defRPr sz="1440"/>
            </a:lvl3pPr>
            <a:lvl4pPr marL="1234409" indent="0">
              <a:buNone/>
              <a:defRPr sz="1440"/>
            </a:lvl4pPr>
            <a:lvl5pPr marL="1645879" indent="0">
              <a:buNone/>
              <a:defRPr sz="1440"/>
            </a:lvl5pPr>
            <a:lvl6pPr marL="2057349" indent="0">
              <a:buNone/>
              <a:defRPr sz="1440"/>
            </a:lvl6pPr>
            <a:lvl7pPr marL="2468818" indent="0">
              <a:buNone/>
              <a:defRPr sz="1440"/>
            </a:lvl7pPr>
            <a:lvl8pPr marL="2880288" indent="0">
              <a:buNone/>
              <a:defRPr sz="1440"/>
            </a:lvl8pPr>
            <a:lvl9pPr marL="3291758" indent="0">
              <a:buNone/>
              <a:defRPr sz="1440"/>
            </a:lvl9pPr>
          </a:lstStyle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3" y="5260127"/>
            <a:ext cx="11029616" cy="998148"/>
          </a:xfrm>
        </p:spPr>
        <p:txBody>
          <a:bodyPr anchor="t">
            <a:normAutofit/>
          </a:bodyPr>
          <a:lstStyle>
            <a:lvl1pPr marL="0" indent="0">
              <a:buNone/>
              <a:defRPr sz="1440"/>
            </a:lvl1pPr>
            <a:lvl2pPr marL="411470" indent="0">
              <a:buNone/>
              <a:defRPr sz="1080"/>
            </a:lvl2pPr>
            <a:lvl3pPr marL="822939" indent="0">
              <a:buNone/>
              <a:defRPr sz="900"/>
            </a:lvl3pPr>
            <a:lvl4pPr marL="1234409" indent="0">
              <a:buNone/>
              <a:defRPr sz="811"/>
            </a:lvl4pPr>
            <a:lvl5pPr marL="1645879" indent="0">
              <a:buNone/>
              <a:defRPr sz="811"/>
            </a:lvl5pPr>
            <a:lvl6pPr marL="2057349" indent="0">
              <a:buNone/>
              <a:defRPr sz="811"/>
            </a:lvl6pPr>
            <a:lvl7pPr marL="2468818" indent="0">
              <a:buNone/>
              <a:defRPr sz="811"/>
            </a:lvl7pPr>
            <a:lvl8pPr marL="2880288" indent="0">
              <a:buNone/>
              <a:defRPr sz="811"/>
            </a:lvl8pPr>
            <a:lvl9pPr marL="3291758" indent="0">
              <a:buNone/>
              <a:defRPr sz="81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3C0B96-D43B-410F-A514-3967CACDF6C4}" type="datetime1">
              <a:rPr lang="en-US" smtClean="0"/>
              <a:t>9/17/2025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5490647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3" y="702156"/>
            <a:ext cx="11029616" cy="1013800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3DFB46-027F-4778-8182-714012A6E051}" type="datetime1">
              <a:rPr lang="en-US" smtClean="0"/>
              <a:t>9/17/2025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8866267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058151" y="599726"/>
            <a:ext cx="3687316" cy="5816951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204201" y="863601"/>
            <a:ext cx="3124200" cy="4807327"/>
          </a:xfrm>
        </p:spPr>
        <p:txBody>
          <a:bodyPr vert="eaVert" anchor="ctr"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4" y="863601"/>
            <a:ext cx="7161625" cy="4807327"/>
          </a:xfrm>
        </p:spPr>
        <p:txBody>
          <a:bodyPr vert="eaVert" anchor="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6423B97-A5D4-47B9-8861-73B3707A04CF}"/>
              </a:ext>
            </a:extLst>
          </p:cNvPr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AEC0421-37B4-4481-A10D-69FDF5EC7909}"/>
              </a:ext>
            </a:extLst>
          </p:cNvPr>
          <p:cNvSpPr/>
          <p:nvPr/>
        </p:nvSpPr>
        <p:spPr>
          <a:xfrm>
            <a:off x="8042147" y="453643"/>
            <a:ext cx="3703320" cy="98555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F7265B5-9F97-4F1E-99E9-74F7B7E62337}"/>
              </a:ext>
            </a:extLst>
          </p:cNvPr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5C74A470-3BD3-4F33-80E5-67E6E87FCB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0FD05A-9631-4BEE-9AA4-5575ADA850E9}" type="datetime1">
              <a:rPr lang="en-US" smtClean="0"/>
              <a:t>9/17/2025</a:t>
            </a:fld>
            <a:endParaRPr lang="en-US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9A3A30BA-DB50-4D7D-BCDE-17D20FB354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76FF9E58-C0B2-436B-A21C-DB45A00D6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5571850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5" y="3085764"/>
            <a:ext cx="11298932" cy="3338149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2"/>
            <a:ext cx="10993550" cy="1475013"/>
          </a:xfrm>
          <a:effectLst/>
        </p:spPr>
        <p:txBody>
          <a:bodyPr anchor="b">
            <a:normAutofit/>
          </a:bodyPr>
          <a:lstStyle>
            <a:lvl1pPr>
              <a:defRPr sz="324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6"/>
            <a:ext cx="10993547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440" cap="all">
                <a:solidFill>
                  <a:schemeClr val="accent1"/>
                </a:solidFill>
              </a:defRPr>
            </a:lvl1pPr>
            <a:lvl2pPr marL="4114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8229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2344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64587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05734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46881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88028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29175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/>
              <a:t>Click to edit Master subtitle style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7FA0ACE7-29A8-47D3-A7D9-257B711D8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91B17-9318-49DB-B28B-6E5994AE9581}" type="datetime1">
              <a:rPr lang="en-US" smtClean="0"/>
              <a:t>9/17/2025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DEC604B9-52E9-4810-8359-47206518D0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5898A89F-CA25-400F-B05A-AECBF2517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8120046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02156"/>
            <a:ext cx="11029616" cy="1188720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3" y="2340865"/>
            <a:ext cx="11029615" cy="3634487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770E6237-3456-439F-802D-3BA93FC7E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DD82B9-B8EE-4375-B6FF-88FA6ABB15D9}" type="datetime1">
              <a:rPr lang="en-US" smtClean="0"/>
              <a:t>9/17/2025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1356D3B5-6063-4A89-B88F-9D3043916F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2B78BF7-69D3-4CE0-A631-50EFD41EEE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47549339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5"/>
            <a:ext cx="11290861" cy="125882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4" y="2393951"/>
            <a:ext cx="11029615" cy="2147467"/>
          </a:xfrm>
        </p:spPr>
        <p:txBody>
          <a:bodyPr anchor="b">
            <a:normAutofit/>
          </a:bodyPr>
          <a:lstStyle>
            <a:lvl1pPr algn="l">
              <a:defRPr sz="3240" b="0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3" y="4541418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620" cap="all">
                <a:solidFill>
                  <a:schemeClr val="accent1"/>
                </a:solidFill>
              </a:defRPr>
            </a:lvl1pPr>
            <a:lvl2pPr marL="411470" indent="0">
              <a:buNone/>
              <a:defRPr sz="1620">
                <a:solidFill>
                  <a:schemeClr val="tx1">
                    <a:tint val="75000"/>
                  </a:schemeClr>
                </a:solidFill>
              </a:defRPr>
            </a:lvl2pPr>
            <a:lvl3pPr marL="822939" indent="0">
              <a:buNone/>
              <a:defRPr sz="1440">
                <a:solidFill>
                  <a:schemeClr val="tx1">
                    <a:tint val="75000"/>
                  </a:schemeClr>
                </a:solidFill>
              </a:defRPr>
            </a:lvl3pPr>
            <a:lvl4pPr marL="1234409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4pPr>
            <a:lvl5pPr marL="1645879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5pPr>
            <a:lvl6pPr marL="2057349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6pPr>
            <a:lvl7pPr marL="2468818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7pPr>
            <a:lvl8pPr marL="2880288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8pPr>
            <a:lvl9pPr marL="3291758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1582016-5696-4A93-887F-BBB3B9002F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497495-0637-405E-AE64-5CC7506D51F5}" type="datetime1">
              <a:rPr lang="en-US" smtClean="0"/>
              <a:t>9/17/2025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57CFCD5-1192-4E18-8A8F-29E153B44D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E39A109E-5018-4794-92B3-FD5E5BCD95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0645160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9"/>
            <a:ext cx="11029616" cy="988332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4"/>
            <a:ext cx="5194767" cy="3633047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6041" y="2228004"/>
            <a:ext cx="5194769" cy="3633047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FD690-9426-415D-8B65-26881E07B2D4}" type="datetime1">
              <a:rPr lang="en-US" smtClean="0"/>
              <a:t>9/17/2025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77697009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9"/>
            <a:ext cx="11029616" cy="988332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250891"/>
            <a:ext cx="5194769" cy="557784"/>
          </a:xfrm>
        </p:spPr>
        <p:txBody>
          <a:bodyPr anchor="ctr">
            <a:noAutofit/>
          </a:bodyPr>
          <a:lstStyle>
            <a:lvl1pPr marL="0" indent="0">
              <a:buNone/>
              <a:defRPr sz="18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11470" indent="0">
              <a:buNone/>
              <a:defRPr sz="1800" b="1"/>
            </a:lvl2pPr>
            <a:lvl3pPr marL="822939" indent="0">
              <a:buNone/>
              <a:defRPr sz="1620" b="1"/>
            </a:lvl3pPr>
            <a:lvl4pPr marL="1234409" indent="0">
              <a:buNone/>
              <a:defRPr sz="1440" b="1"/>
            </a:lvl4pPr>
            <a:lvl5pPr marL="1645879" indent="0">
              <a:buNone/>
              <a:defRPr sz="1440" b="1"/>
            </a:lvl5pPr>
            <a:lvl6pPr marL="2057349" indent="0">
              <a:buNone/>
              <a:defRPr sz="1440" b="1"/>
            </a:lvl6pPr>
            <a:lvl7pPr marL="2468818" indent="0">
              <a:buNone/>
              <a:defRPr sz="1440" b="1"/>
            </a:lvl7pPr>
            <a:lvl8pPr marL="2880288" indent="0">
              <a:buNone/>
              <a:defRPr sz="1440" b="1"/>
            </a:lvl8pPr>
            <a:lvl9pPr marL="3291758" indent="0">
              <a:buNone/>
              <a:defRPr sz="144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5" y="2926054"/>
            <a:ext cx="5194766" cy="2934999"/>
          </a:xfrm>
        </p:spPr>
        <p:txBody>
          <a:bodyPr anchor="t"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6039" y="2250892"/>
            <a:ext cx="5194770" cy="553373"/>
          </a:xfrm>
        </p:spPr>
        <p:txBody>
          <a:bodyPr anchor="ctr">
            <a:noAutofit/>
          </a:bodyPr>
          <a:lstStyle>
            <a:lvl1pPr marL="0" marR="0" indent="0" algn="l" defTabSz="41147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54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 sz="18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11470" indent="0">
              <a:buNone/>
              <a:defRPr sz="1800" b="1"/>
            </a:lvl2pPr>
            <a:lvl3pPr marL="822939" indent="0">
              <a:buNone/>
              <a:defRPr sz="1620" b="1"/>
            </a:lvl3pPr>
            <a:lvl4pPr marL="1234409" indent="0">
              <a:buNone/>
              <a:defRPr sz="1440" b="1"/>
            </a:lvl4pPr>
            <a:lvl5pPr marL="1645879" indent="0">
              <a:buNone/>
              <a:defRPr sz="1440" b="1"/>
            </a:lvl5pPr>
            <a:lvl6pPr marL="2057349" indent="0">
              <a:buNone/>
              <a:defRPr sz="1440" b="1"/>
            </a:lvl6pPr>
            <a:lvl7pPr marL="2468818" indent="0">
              <a:buNone/>
              <a:defRPr sz="1440" b="1"/>
            </a:lvl7pPr>
            <a:lvl8pPr marL="2880288" indent="0">
              <a:buNone/>
              <a:defRPr sz="1440" b="1"/>
            </a:lvl8pPr>
            <a:lvl9pPr marL="3291758" indent="0">
              <a:buNone/>
              <a:defRPr sz="1440" b="1"/>
            </a:lvl9pPr>
          </a:lstStyle>
          <a:p>
            <a:pPr marL="0" marR="0" lvl="0" indent="0" algn="l" defTabSz="41147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54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/>
            </a:pPr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6039" y="2926054"/>
            <a:ext cx="5194770" cy="2934999"/>
          </a:xfrm>
        </p:spPr>
        <p:txBody>
          <a:bodyPr anchor="t"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C4989A-474C-40DE-95B9-011C28B71673}" type="datetime1">
              <a:rPr lang="en-US" smtClean="0"/>
              <a:t>9/17/2025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46262505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9"/>
            <a:ext cx="11029616" cy="988332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B4ED54-5B5E-4A04-93D3-5772E3CE3818}" type="datetime1">
              <a:rPr lang="en-US" smtClean="0"/>
              <a:t>9/17/2025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1933516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DE50D6-574B-40AF-946F-D52A04ADE379}" type="datetime1">
              <a:rPr lang="en-US" smtClean="0"/>
              <a:t>9/17/2025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806956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8" y="601201"/>
            <a:ext cx="3682723" cy="5815475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7858" y="933451"/>
            <a:ext cx="3031852" cy="1722419"/>
          </a:xfrm>
        </p:spPr>
        <p:txBody>
          <a:bodyPr anchor="b">
            <a:normAutofit/>
          </a:bodyPr>
          <a:lstStyle>
            <a:lvl1pPr algn="l">
              <a:defRPr sz="2160" b="0">
                <a:solidFill>
                  <a:srgbClr val="FFFFFF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00930" y="1179829"/>
            <a:ext cx="6650991" cy="4658216"/>
          </a:xfrm>
        </p:spPr>
        <p:txBody>
          <a:bodyPr anchor="ctr">
            <a:normAutofit/>
          </a:bodyPr>
          <a:lstStyle>
            <a:lvl1pPr>
              <a:defRPr sz="1800">
                <a:solidFill>
                  <a:schemeClr val="tx2"/>
                </a:solidFill>
              </a:defRPr>
            </a:lvl1pPr>
            <a:lvl2pPr>
              <a:defRPr sz="1620">
                <a:solidFill>
                  <a:schemeClr val="tx2"/>
                </a:solidFill>
              </a:defRPr>
            </a:lvl2pPr>
            <a:lvl3pPr>
              <a:defRPr sz="1440">
                <a:solidFill>
                  <a:schemeClr val="tx2"/>
                </a:solidFill>
              </a:defRPr>
            </a:lvl3pPr>
            <a:lvl4pPr>
              <a:defRPr sz="1260">
                <a:solidFill>
                  <a:schemeClr val="tx2"/>
                </a:solidFill>
              </a:defRPr>
            </a:lvl4pPr>
            <a:lvl5pPr>
              <a:defRPr sz="1260">
                <a:solidFill>
                  <a:schemeClr val="tx2"/>
                </a:solidFill>
              </a:defRPr>
            </a:lvl5pPr>
            <a:lvl6pPr>
              <a:defRPr sz="1260">
                <a:solidFill>
                  <a:schemeClr val="tx2"/>
                </a:solidFill>
              </a:defRPr>
            </a:lvl6pPr>
            <a:lvl7pPr>
              <a:defRPr sz="1260">
                <a:solidFill>
                  <a:schemeClr val="tx2"/>
                </a:solidFill>
              </a:defRPr>
            </a:lvl7pPr>
            <a:lvl8pPr>
              <a:defRPr sz="1260">
                <a:solidFill>
                  <a:schemeClr val="tx2"/>
                </a:solidFill>
              </a:defRPr>
            </a:lvl8pPr>
            <a:lvl9pPr>
              <a:defRPr sz="1260">
                <a:solidFill>
                  <a:schemeClr val="tx2"/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67858" y="2836655"/>
            <a:ext cx="3031852" cy="3001392"/>
          </a:xfrm>
        </p:spPr>
        <p:txBody>
          <a:bodyPr anchor="t">
            <a:normAutofit/>
          </a:bodyPr>
          <a:lstStyle>
            <a:lvl1pPr marL="0" indent="0" algn="l">
              <a:buNone/>
              <a:defRPr sz="1440">
                <a:solidFill>
                  <a:srgbClr val="FFFFFF"/>
                </a:solidFill>
              </a:defRPr>
            </a:lvl1pPr>
            <a:lvl2pPr marL="411470" indent="0">
              <a:buNone/>
              <a:defRPr sz="991"/>
            </a:lvl2pPr>
            <a:lvl3pPr marL="822939" indent="0">
              <a:buNone/>
              <a:defRPr sz="900"/>
            </a:lvl3pPr>
            <a:lvl4pPr marL="1234409" indent="0">
              <a:buNone/>
              <a:defRPr sz="811"/>
            </a:lvl4pPr>
            <a:lvl5pPr marL="1645879" indent="0">
              <a:buNone/>
              <a:defRPr sz="811"/>
            </a:lvl5pPr>
            <a:lvl6pPr marL="2057349" indent="0">
              <a:buNone/>
              <a:defRPr sz="811"/>
            </a:lvl6pPr>
            <a:lvl7pPr marL="2468818" indent="0">
              <a:buNone/>
              <a:defRPr sz="811"/>
            </a:lvl7pPr>
            <a:lvl8pPr marL="2880288" indent="0">
              <a:buNone/>
              <a:defRPr sz="811"/>
            </a:lvl8pPr>
            <a:lvl9pPr marL="3291758" indent="0">
              <a:buNone/>
              <a:defRPr sz="81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0B919CC2-2A65-446F-B538-9E624903544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05952" y="6456916"/>
            <a:ext cx="2844799" cy="365125"/>
          </a:xfrm>
        </p:spPr>
        <p:txBody>
          <a:bodyPr/>
          <a:lstStyle/>
          <a:p>
            <a:fld id="{D82884F1-FFEA-405F-9602-3DCA865EDA4E}" type="datetime1">
              <a:rPr lang="en-US" smtClean="0"/>
              <a:t>9/17/2025</a:t>
            </a:fld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B72412AE-119E-4982-8B24-63365EFCA7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81192" y="6452591"/>
            <a:ext cx="6917210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7FC4BB19-6AD1-45CF-9F99-00B109890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58301" y="6456916"/>
            <a:ext cx="1052510" cy="365125"/>
          </a:xfrm>
        </p:spPr>
        <p:txBody>
          <a:bodyPr/>
          <a:lstStyle/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5330744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9"/>
          </a:xfrm>
        </p:spPr>
        <p:txBody>
          <a:bodyPr anchor="b">
            <a:normAutofit/>
          </a:bodyPr>
          <a:lstStyle>
            <a:lvl1pPr algn="l">
              <a:defRPr sz="216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8" y="641352"/>
            <a:ext cx="11290859" cy="3651249"/>
          </a:xfrm>
        </p:spPr>
        <p:txBody>
          <a:bodyPr anchor="t">
            <a:normAutofit/>
          </a:bodyPr>
          <a:lstStyle>
            <a:lvl1pPr marL="0" indent="0" algn="ctr">
              <a:buNone/>
              <a:defRPr sz="1440"/>
            </a:lvl1pPr>
            <a:lvl2pPr marL="411470" indent="0">
              <a:buNone/>
              <a:defRPr sz="1440"/>
            </a:lvl2pPr>
            <a:lvl3pPr marL="822939" indent="0">
              <a:buNone/>
              <a:defRPr sz="1440"/>
            </a:lvl3pPr>
            <a:lvl4pPr marL="1234409" indent="0">
              <a:buNone/>
              <a:defRPr sz="1440"/>
            </a:lvl4pPr>
            <a:lvl5pPr marL="1645879" indent="0">
              <a:buNone/>
              <a:defRPr sz="1440"/>
            </a:lvl5pPr>
            <a:lvl6pPr marL="2057349" indent="0">
              <a:buNone/>
              <a:defRPr sz="1440"/>
            </a:lvl6pPr>
            <a:lvl7pPr marL="2468818" indent="0">
              <a:buNone/>
              <a:defRPr sz="1440"/>
            </a:lvl7pPr>
            <a:lvl8pPr marL="2880288" indent="0">
              <a:buNone/>
              <a:defRPr sz="1440"/>
            </a:lvl8pPr>
            <a:lvl9pPr marL="3291758" indent="0">
              <a:buNone/>
              <a:defRPr sz="1440"/>
            </a:lvl9pPr>
          </a:lstStyle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3" y="5260127"/>
            <a:ext cx="11029616" cy="998148"/>
          </a:xfrm>
        </p:spPr>
        <p:txBody>
          <a:bodyPr anchor="t">
            <a:normAutofit/>
          </a:bodyPr>
          <a:lstStyle>
            <a:lvl1pPr marL="0" indent="0">
              <a:buNone/>
              <a:defRPr sz="1440"/>
            </a:lvl1pPr>
            <a:lvl2pPr marL="411470" indent="0">
              <a:buNone/>
              <a:defRPr sz="1080"/>
            </a:lvl2pPr>
            <a:lvl3pPr marL="822939" indent="0">
              <a:buNone/>
              <a:defRPr sz="900"/>
            </a:lvl3pPr>
            <a:lvl4pPr marL="1234409" indent="0">
              <a:buNone/>
              <a:defRPr sz="811"/>
            </a:lvl4pPr>
            <a:lvl5pPr marL="1645879" indent="0">
              <a:buNone/>
              <a:defRPr sz="811"/>
            </a:lvl5pPr>
            <a:lvl6pPr marL="2057349" indent="0">
              <a:buNone/>
              <a:defRPr sz="811"/>
            </a:lvl6pPr>
            <a:lvl7pPr marL="2468818" indent="0">
              <a:buNone/>
              <a:defRPr sz="811"/>
            </a:lvl7pPr>
            <a:lvl8pPr marL="2880288" indent="0">
              <a:buNone/>
              <a:defRPr sz="811"/>
            </a:lvl8pPr>
            <a:lvl9pPr marL="3291758" indent="0">
              <a:buNone/>
              <a:defRPr sz="81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8DB4A-8810-4A10-AD5C-D5E2C667F5B3}" type="datetime1">
              <a:rPr lang="en-US" smtClean="0"/>
              <a:t>9/17/2025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1722608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3" y="702156"/>
            <a:ext cx="11029616" cy="1013800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ED4963-E985-44C4-B8C4-FDD613B7C2F8}" type="datetime1">
              <a:rPr lang="en-US" smtClean="0"/>
              <a:t>9/17/2025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7035135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058151" y="599726"/>
            <a:ext cx="3687316" cy="5816951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204201" y="863601"/>
            <a:ext cx="3124200" cy="4807327"/>
          </a:xfrm>
        </p:spPr>
        <p:txBody>
          <a:bodyPr vert="eaVert" anchor="ctr"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4" y="863601"/>
            <a:ext cx="7161625" cy="4807327"/>
          </a:xfrm>
        </p:spPr>
        <p:txBody>
          <a:bodyPr vert="eaVert" anchor="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6423B97-A5D4-47B9-8861-73B3707A04CF}"/>
              </a:ext>
            </a:extLst>
          </p:cNvPr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AEC0421-37B4-4481-A10D-69FDF5EC7909}"/>
              </a:ext>
            </a:extLst>
          </p:cNvPr>
          <p:cNvSpPr/>
          <p:nvPr/>
        </p:nvSpPr>
        <p:spPr>
          <a:xfrm>
            <a:off x="8042147" y="453643"/>
            <a:ext cx="3703320" cy="98555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F7265B5-9F97-4F1E-99E9-74F7B7E62337}"/>
              </a:ext>
            </a:extLst>
          </p:cNvPr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5C74A470-3BD3-4F33-80E5-67E6E87FCB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91B17-9318-49DB-B28B-6E5994AE9581}" type="datetime1">
              <a:rPr lang="en-US" smtClean="0"/>
              <a:t>9/17/2025</a:t>
            </a:fld>
            <a:endParaRPr lang="en-US" dirty="0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9A3A30BA-DB50-4D7D-BCDE-17D20FB354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76FF9E58-C0B2-436B-A21C-DB45A00D6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6591354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1" preserve="1">
  <p:cSld name="Title and body 1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title"/>
          </p:nvPr>
        </p:nvSpPr>
        <p:spPr>
          <a:xfrm>
            <a:off x="415600" y="796567"/>
            <a:ext cx="11360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200"/>
              <a:buFont typeface="Arial Black"/>
              <a:buNone/>
              <a:defRPr>
                <a:latin typeface="Arial Black"/>
                <a:ea typeface="Arial Black"/>
                <a:cs typeface="Arial Black"/>
                <a:sym typeface="Arial Black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r>
              <a:rPr lang="en-US" altLang="zh-CN"/>
              <a:t>Click to edit Master 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828291131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5" y="3085764"/>
            <a:ext cx="11298932" cy="3338149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2"/>
            <a:ext cx="10993550" cy="1475013"/>
          </a:xfrm>
          <a:effectLst/>
        </p:spPr>
        <p:txBody>
          <a:bodyPr anchor="b">
            <a:normAutofit/>
          </a:bodyPr>
          <a:lstStyle>
            <a:lvl1pPr>
              <a:defRPr sz="324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6"/>
            <a:ext cx="10993547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440" cap="all">
                <a:solidFill>
                  <a:schemeClr val="accent1"/>
                </a:solidFill>
              </a:defRPr>
            </a:lvl1pPr>
            <a:lvl2pPr marL="4114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8229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2344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64587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05734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46881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88028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29175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/>
              <a:t>Click to edit Master subtitle style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7FA0ACE7-29A8-47D3-A7D9-257B711D8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91B17-9318-49DB-B28B-6E5994AE9581}" type="datetime1">
              <a:rPr lang="en-US" smtClean="0"/>
              <a:t>9/17/2025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DEC604B9-52E9-4810-8359-47206518D0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5898A89F-CA25-400F-B05A-AECBF2517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11155369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02156"/>
            <a:ext cx="11029616" cy="1188720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3" y="2340865"/>
            <a:ext cx="11029615" cy="3634487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770E6237-3456-439F-802D-3BA93FC7E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DD82B9-B8EE-4375-B6FF-88FA6ABB15D9}" type="datetime1">
              <a:rPr lang="en-US" smtClean="0"/>
              <a:t>9/17/2025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1356D3B5-6063-4A89-B88F-9D3043916F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2B78BF7-69D3-4CE0-A631-50EFD41EEE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7833684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5"/>
            <a:ext cx="11290861" cy="125882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4" y="2393951"/>
            <a:ext cx="11029615" cy="2147467"/>
          </a:xfrm>
        </p:spPr>
        <p:txBody>
          <a:bodyPr anchor="b">
            <a:normAutofit/>
          </a:bodyPr>
          <a:lstStyle>
            <a:lvl1pPr algn="l">
              <a:defRPr sz="3240" b="0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3" y="4541418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620" cap="all">
                <a:solidFill>
                  <a:schemeClr val="accent1"/>
                </a:solidFill>
              </a:defRPr>
            </a:lvl1pPr>
            <a:lvl2pPr marL="411470" indent="0">
              <a:buNone/>
              <a:defRPr sz="1620">
                <a:solidFill>
                  <a:schemeClr val="tx1">
                    <a:tint val="75000"/>
                  </a:schemeClr>
                </a:solidFill>
              </a:defRPr>
            </a:lvl2pPr>
            <a:lvl3pPr marL="822939" indent="0">
              <a:buNone/>
              <a:defRPr sz="1440">
                <a:solidFill>
                  <a:schemeClr val="tx1">
                    <a:tint val="75000"/>
                  </a:schemeClr>
                </a:solidFill>
              </a:defRPr>
            </a:lvl3pPr>
            <a:lvl4pPr marL="1234409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4pPr>
            <a:lvl5pPr marL="1645879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5pPr>
            <a:lvl6pPr marL="2057349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6pPr>
            <a:lvl7pPr marL="2468818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7pPr>
            <a:lvl8pPr marL="2880288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8pPr>
            <a:lvl9pPr marL="3291758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1582016-5696-4A93-887F-BBB3B9002F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497495-0637-405E-AE64-5CC7506D51F5}" type="datetime1">
              <a:rPr lang="en-US" smtClean="0"/>
              <a:t>9/17/2025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57CFCD5-1192-4E18-8A8F-29E153B44D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E39A109E-5018-4794-92B3-FD5E5BCD95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41546130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9"/>
            <a:ext cx="11029616" cy="988332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4"/>
            <a:ext cx="5194767" cy="3633047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6041" y="2228004"/>
            <a:ext cx="5194769" cy="3633047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FD690-9426-415D-8B65-26881E07B2D4}" type="datetime1">
              <a:rPr lang="en-US" smtClean="0"/>
              <a:t>9/17/2025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35002842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9"/>
            <a:ext cx="11029616" cy="988332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250891"/>
            <a:ext cx="5194769" cy="557784"/>
          </a:xfrm>
        </p:spPr>
        <p:txBody>
          <a:bodyPr anchor="ctr">
            <a:noAutofit/>
          </a:bodyPr>
          <a:lstStyle>
            <a:lvl1pPr marL="0" indent="0">
              <a:buNone/>
              <a:defRPr sz="18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11470" indent="0">
              <a:buNone/>
              <a:defRPr sz="1800" b="1"/>
            </a:lvl2pPr>
            <a:lvl3pPr marL="822939" indent="0">
              <a:buNone/>
              <a:defRPr sz="1620" b="1"/>
            </a:lvl3pPr>
            <a:lvl4pPr marL="1234409" indent="0">
              <a:buNone/>
              <a:defRPr sz="1440" b="1"/>
            </a:lvl4pPr>
            <a:lvl5pPr marL="1645879" indent="0">
              <a:buNone/>
              <a:defRPr sz="1440" b="1"/>
            </a:lvl5pPr>
            <a:lvl6pPr marL="2057349" indent="0">
              <a:buNone/>
              <a:defRPr sz="1440" b="1"/>
            </a:lvl6pPr>
            <a:lvl7pPr marL="2468818" indent="0">
              <a:buNone/>
              <a:defRPr sz="1440" b="1"/>
            </a:lvl7pPr>
            <a:lvl8pPr marL="2880288" indent="0">
              <a:buNone/>
              <a:defRPr sz="1440" b="1"/>
            </a:lvl8pPr>
            <a:lvl9pPr marL="3291758" indent="0">
              <a:buNone/>
              <a:defRPr sz="144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5" y="2926054"/>
            <a:ext cx="5194766" cy="2934999"/>
          </a:xfrm>
        </p:spPr>
        <p:txBody>
          <a:bodyPr anchor="t"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6039" y="2250892"/>
            <a:ext cx="5194770" cy="553373"/>
          </a:xfrm>
        </p:spPr>
        <p:txBody>
          <a:bodyPr anchor="ctr">
            <a:noAutofit/>
          </a:bodyPr>
          <a:lstStyle>
            <a:lvl1pPr marL="0" marR="0" indent="0" algn="l" defTabSz="41147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54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 sz="18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11470" indent="0">
              <a:buNone/>
              <a:defRPr sz="1800" b="1"/>
            </a:lvl2pPr>
            <a:lvl3pPr marL="822939" indent="0">
              <a:buNone/>
              <a:defRPr sz="1620" b="1"/>
            </a:lvl3pPr>
            <a:lvl4pPr marL="1234409" indent="0">
              <a:buNone/>
              <a:defRPr sz="1440" b="1"/>
            </a:lvl4pPr>
            <a:lvl5pPr marL="1645879" indent="0">
              <a:buNone/>
              <a:defRPr sz="1440" b="1"/>
            </a:lvl5pPr>
            <a:lvl6pPr marL="2057349" indent="0">
              <a:buNone/>
              <a:defRPr sz="1440" b="1"/>
            </a:lvl6pPr>
            <a:lvl7pPr marL="2468818" indent="0">
              <a:buNone/>
              <a:defRPr sz="1440" b="1"/>
            </a:lvl7pPr>
            <a:lvl8pPr marL="2880288" indent="0">
              <a:buNone/>
              <a:defRPr sz="1440" b="1"/>
            </a:lvl8pPr>
            <a:lvl9pPr marL="3291758" indent="0">
              <a:buNone/>
              <a:defRPr sz="1440" b="1"/>
            </a:lvl9pPr>
          </a:lstStyle>
          <a:p>
            <a:pPr marL="0" marR="0" lvl="0" indent="0" algn="l" defTabSz="41147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54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/>
            </a:pPr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6039" y="2926054"/>
            <a:ext cx="5194770" cy="2934999"/>
          </a:xfrm>
        </p:spPr>
        <p:txBody>
          <a:bodyPr anchor="t"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C4989A-474C-40DE-95B9-011C28B71673}" type="datetime1">
              <a:rPr lang="en-US" smtClean="0"/>
              <a:t>9/17/2025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29942707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9"/>
            <a:ext cx="11029616" cy="988332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B4ED54-5B5E-4A04-93D3-5772E3CE3818}" type="datetime1">
              <a:rPr lang="en-US" smtClean="0"/>
              <a:t>9/17/2025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18774719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DE50D6-574B-40AF-946F-D52A04ADE379}" type="datetime1">
              <a:rPr lang="en-US" smtClean="0"/>
              <a:t>9/17/2025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55212436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8" y="601201"/>
            <a:ext cx="3682723" cy="5815475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7858" y="933451"/>
            <a:ext cx="3031852" cy="1722419"/>
          </a:xfrm>
        </p:spPr>
        <p:txBody>
          <a:bodyPr anchor="b">
            <a:normAutofit/>
          </a:bodyPr>
          <a:lstStyle>
            <a:lvl1pPr algn="l">
              <a:defRPr sz="2160" b="0">
                <a:solidFill>
                  <a:srgbClr val="FFFFFF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00930" y="1179829"/>
            <a:ext cx="6650991" cy="4658216"/>
          </a:xfrm>
        </p:spPr>
        <p:txBody>
          <a:bodyPr anchor="ctr">
            <a:normAutofit/>
          </a:bodyPr>
          <a:lstStyle>
            <a:lvl1pPr>
              <a:defRPr sz="1800">
                <a:solidFill>
                  <a:schemeClr val="tx2"/>
                </a:solidFill>
              </a:defRPr>
            </a:lvl1pPr>
            <a:lvl2pPr>
              <a:defRPr sz="1620">
                <a:solidFill>
                  <a:schemeClr val="tx2"/>
                </a:solidFill>
              </a:defRPr>
            </a:lvl2pPr>
            <a:lvl3pPr>
              <a:defRPr sz="1440">
                <a:solidFill>
                  <a:schemeClr val="tx2"/>
                </a:solidFill>
              </a:defRPr>
            </a:lvl3pPr>
            <a:lvl4pPr>
              <a:defRPr sz="1260">
                <a:solidFill>
                  <a:schemeClr val="tx2"/>
                </a:solidFill>
              </a:defRPr>
            </a:lvl4pPr>
            <a:lvl5pPr>
              <a:defRPr sz="1260">
                <a:solidFill>
                  <a:schemeClr val="tx2"/>
                </a:solidFill>
              </a:defRPr>
            </a:lvl5pPr>
            <a:lvl6pPr>
              <a:defRPr sz="1260">
                <a:solidFill>
                  <a:schemeClr val="tx2"/>
                </a:solidFill>
              </a:defRPr>
            </a:lvl6pPr>
            <a:lvl7pPr>
              <a:defRPr sz="1260">
                <a:solidFill>
                  <a:schemeClr val="tx2"/>
                </a:solidFill>
              </a:defRPr>
            </a:lvl7pPr>
            <a:lvl8pPr>
              <a:defRPr sz="1260">
                <a:solidFill>
                  <a:schemeClr val="tx2"/>
                </a:solidFill>
              </a:defRPr>
            </a:lvl8pPr>
            <a:lvl9pPr>
              <a:defRPr sz="1260">
                <a:solidFill>
                  <a:schemeClr val="tx2"/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67858" y="2836655"/>
            <a:ext cx="3031852" cy="3001392"/>
          </a:xfrm>
        </p:spPr>
        <p:txBody>
          <a:bodyPr anchor="t">
            <a:normAutofit/>
          </a:bodyPr>
          <a:lstStyle>
            <a:lvl1pPr marL="0" indent="0" algn="l">
              <a:buNone/>
              <a:defRPr sz="1440">
                <a:solidFill>
                  <a:srgbClr val="FFFFFF"/>
                </a:solidFill>
              </a:defRPr>
            </a:lvl1pPr>
            <a:lvl2pPr marL="411470" indent="0">
              <a:buNone/>
              <a:defRPr sz="991"/>
            </a:lvl2pPr>
            <a:lvl3pPr marL="822939" indent="0">
              <a:buNone/>
              <a:defRPr sz="900"/>
            </a:lvl3pPr>
            <a:lvl4pPr marL="1234409" indent="0">
              <a:buNone/>
              <a:defRPr sz="811"/>
            </a:lvl4pPr>
            <a:lvl5pPr marL="1645879" indent="0">
              <a:buNone/>
              <a:defRPr sz="811"/>
            </a:lvl5pPr>
            <a:lvl6pPr marL="2057349" indent="0">
              <a:buNone/>
              <a:defRPr sz="811"/>
            </a:lvl6pPr>
            <a:lvl7pPr marL="2468818" indent="0">
              <a:buNone/>
              <a:defRPr sz="811"/>
            </a:lvl7pPr>
            <a:lvl8pPr marL="2880288" indent="0">
              <a:buNone/>
              <a:defRPr sz="811"/>
            </a:lvl8pPr>
            <a:lvl9pPr marL="3291758" indent="0">
              <a:buNone/>
              <a:defRPr sz="81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0B919CC2-2A65-446F-B538-9E624903544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05952" y="6456916"/>
            <a:ext cx="2844799" cy="365125"/>
          </a:xfrm>
        </p:spPr>
        <p:txBody>
          <a:bodyPr/>
          <a:lstStyle/>
          <a:p>
            <a:fld id="{D82884F1-FFEA-405F-9602-3DCA865EDA4E}" type="datetime1">
              <a:rPr lang="en-US" smtClean="0"/>
              <a:t>9/17/2025</a:t>
            </a:fld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B72412AE-119E-4982-8B24-63365EFCA7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81192" y="6452591"/>
            <a:ext cx="6917210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7FC4BB19-6AD1-45CF-9F99-00B109890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58301" y="6456916"/>
            <a:ext cx="1052510" cy="365125"/>
          </a:xfrm>
        </p:spPr>
        <p:txBody>
          <a:bodyPr/>
          <a:lstStyle/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4724084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9"/>
          </a:xfrm>
        </p:spPr>
        <p:txBody>
          <a:bodyPr anchor="b">
            <a:normAutofit/>
          </a:bodyPr>
          <a:lstStyle>
            <a:lvl1pPr algn="l">
              <a:defRPr sz="216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8" y="641352"/>
            <a:ext cx="11290859" cy="3651249"/>
          </a:xfrm>
        </p:spPr>
        <p:txBody>
          <a:bodyPr anchor="t">
            <a:normAutofit/>
          </a:bodyPr>
          <a:lstStyle>
            <a:lvl1pPr marL="0" indent="0" algn="ctr">
              <a:buNone/>
              <a:defRPr sz="1440"/>
            </a:lvl1pPr>
            <a:lvl2pPr marL="411470" indent="0">
              <a:buNone/>
              <a:defRPr sz="1440"/>
            </a:lvl2pPr>
            <a:lvl3pPr marL="822939" indent="0">
              <a:buNone/>
              <a:defRPr sz="1440"/>
            </a:lvl3pPr>
            <a:lvl4pPr marL="1234409" indent="0">
              <a:buNone/>
              <a:defRPr sz="1440"/>
            </a:lvl4pPr>
            <a:lvl5pPr marL="1645879" indent="0">
              <a:buNone/>
              <a:defRPr sz="1440"/>
            </a:lvl5pPr>
            <a:lvl6pPr marL="2057349" indent="0">
              <a:buNone/>
              <a:defRPr sz="1440"/>
            </a:lvl6pPr>
            <a:lvl7pPr marL="2468818" indent="0">
              <a:buNone/>
              <a:defRPr sz="1440"/>
            </a:lvl7pPr>
            <a:lvl8pPr marL="2880288" indent="0">
              <a:buNone/>
              <a:defRPr sz="1440"/>
            </a:lvl8pPr>
            <a:lvl9pPr marL="3291758" indent="0">
              <a:buNone/>
              <a:defRPr sz="1440"/>
            </a:lvl9pPr>
          </a:lstStyle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3" y="5260127"/>
            <a:ext cx="11029616" cy="998148"/>
          </a:xfrm>
        </p:spPr>
        <p:txBody>
          <a:bodyPr anchor="t">
            <a:normAutofit/>
          </a:bodyPr>
          <a:lstStyle>
            <a:lvl1pPr marL="0" indent="0">
              <a:buNone/>
              <a:defRPr sz="1440"/>
            </a:lvl1pPr>
            <a:lvl2pPr marL="411470" indent="0">
              <a:buNone/>
              <a:defRPr sz="1080"/>
            </a:lvl2pPr>
            <a:lvl3pPr marL="822939" indent="0">
              <a:buNone/>
              <a:defRPr sz="900"/>
            </a:lvl3pPr>
            <a:lvl4pPr marL="1234409" indent="0">
              <a:buNone/>
              <a:defRPr sz="811"/>
            </a:lvl4pPr>
            <a:lvl5pPr marL="1645879" indent="0">
              <a:buNone/>
              <a:defRPr sz="811"/>
            </a:lvl5pPr>
            <a:lvl6pPr marL="2057349" indent="0">
              <a:buNone/>
              <a:defRPr sz="811"/>
            </a:lvl6pPr>
            <a:lvl7pPr marL="2468818" indent="0">
              <a:buNone/>
              <a:defRPr sz="811"/>
            </a:lvl7pPr>
            <a:lvl8pPr marL="2880288" indent="0">
              <a:buNone/>
              <a:defRPr sz="811"/>
            </a:lvl8pPr>
            <a:lvl9pPr marL="3291758" indent="0">
              <a:buNone/>
              <a:defRPr sz="81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8DB4A-8810-4A10-AD5C-D5E2C667F5B3}" type="datetime1">
              <a:rPr lang="en-US" smtClean="0"/>
              <a:t>9/17/2025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9557623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3" y="702156"/>
            <a:ext cx="11029616" cy="1013800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ED4963-E985-44C4-B8C4-FDD613B7C2F8}" type="datetime1">
              <a:rPr lang="en-US" smtClean="0"/>
              <a:t>9/17/2025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1109605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058151" y="599726"/>
            <a:ext cx="3687316" cy="5816951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204201" y="863601"/>
            <a:ext cx="3124200" cy="4807327"/>
          </a:xfrm>
        </p:spPr>
        <p:txBody>
          <a:bodyPr vert="eaVert" anchor="ctr"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4" y="863601"/>
            <a:ext cx="7161625" cy="4807327"/>
          </a:xfrm>
        </p:spPr>
        <p:txBody>
          <a:bodyPr vert="eaVert" anchor="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6423B97-A5D4-47B9-8861-73B3707A04CF}"/>
              </a:ext>
            </a:extLst>
          </p:cNvPr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AEC0421-37B4-4481-A10D-69FDF5EC7909}"/>
              </a:ext>
            </a:extLst>
          </p:cNvPr>
          <p:cNvSpPr/>
          <p:nvPr/>
        </p:nvSpPr>
        <p:spPr>
          <a:xfrm>
            <a:off x="8042147" y="453643"/>
            <a:ext cx="3703320" cy="98555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F7265B5-9F97-4F1E-99E9-74F7B7E62337}"/>
              </a:ext>
            </a:extLst>
          </p:cNvPr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5C74A470-3BD3-4F33-80E5-67E6E87FCB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91B17-9318-49DB-B28B-6E5994AE9581}" type="datetime1">
              <a:rPr lang="en-US" smtClean="0"/>
              <a:t>9/17/2025</a:t>
            </a:fld>
            <a:endParaRPr lang="en-US" dirty="0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9A3A30BA-DB50-4D7D-BCDE-17D20FB354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76FF9E58-C0B2-436B-A21C-DB45A00D6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25689071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1" preserve="1">
  <p:cSld name="Title and body 1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title"/>
          </p:nvPr>
        </p:nvSpPr>
        <p:spPr>
          <a:xfrm>
            <a:off x="415600" y="796567"/>
            <a:ext cx="11360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200"/>
              <a:buFont typeface="Arial Black"/>
              <a:buNone/>
              <a:defRPr>
                <a:latin typeface="Arial Black"/>
                <a:ea typeface="Arial Black"/>
                <a:cs typeface="Arial Black"/>
                <a:sym typeface="Arial Black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r>
              <a:rPr lang="en-US" altLang="zh-CN"/>
              <a:t>Click to edit Master 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670804963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5" y="3085764"/>
            <a:ext cx="11298932" cy="3338149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2"/>
            <a:ext cx="10993550" cy="1475013"/>
          </a:xfrm>
          <a:effectLst/>
        </p:spPr>
        <p:txBody>
          <a:bodyPr anchor="b">
            <a:normAutofit/>
          </a:bodyPr>
          <a:lstStyle>
            <a:lvl1pPr>
              <a:defRPr sz="324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6"/>
            <a:ext cx="10993547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440" cap="all">
                <a:solidFill>
                  <a:schemeClr val="accent1"/>
                </a:solidFill>
              </a:defRPr>
            </a:lvl1pPr>
            <a:lvl2pPr marL="4114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8229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2344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64587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05734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46881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88028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29175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7FA0ACE7-29A8-47D3-A7D9-257B711D8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91B17-9318-49DB-B28B-6E5994AE9581}" type="datetime1">
              <a:rPr lang="en-US" smtClean="0"/>
              <a:t>9/17/2025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DEC604B9-52E9-4810-8359-47206518D0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5898A89F-CA25-400F-B05A-AECBF2517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98740917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02156"/>
            <a:ext cx="11029616" cy="118872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3" y="2340865"/>
            <a:ext cx="11029615" cy="3634487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770E6237-3456-439F-802D-3BA93FC7E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DD82B9-B8EE-4375-B6FF-88FA6ABB15D9}" type="datetime1">
              <a:rPr lang="en-US" smtClean="0"/>
              <a:t>9/17/2025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1356D3B5-6063-4A89-B88F-9D3043916F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2B78BF7-69D3-4CE0-A631-50EFD41EEE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4509824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5"/>
            <a:ext cx="11290861" cy="125882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4" y="2393951"/>
            <a:ext cx="11029615" cy="2147467"/>
          </a:xfrm>
        </p:spPr>
        <p:txBody>
          <a:bodyPr anchor="b">
            <a:normAutofit/>
          </a:bodyPr>
          <a:lstStyle>
            <a:lvl1pPr algn="l">
              <a:defRPr sz="3240" b="0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3" y="4541418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620" cap="all">
                <a:solidFill>
                  <a:schemeClr val="accent1"/>
                </a:solidFill>
              </a:defRPr>
            </a:lvl1pPr>
            <a:lvl2pPr marL="411470" indent="0">
              <a:buNone/>
              <a:defRPr sz="1620">
                <a:solidFill>
                  <a:schemeClr val="tx1">
                    <a:tint val="75000"/>
                  </a:schemeClr>
                </a:solidFill>
              </a:defRPr>
            </a:lvl2pPr>
            <a:lvl3pPr marL="822939" indent="0">
              <a:buNone/>
              <a:defRPr sz="1440">
                <a:solidFill>
                  <a:schemeClr val="tx1">
                    <a:tint val="75000"/>
                  </a:schemeClr>
                </a:solidFill>
              </a:defRPr>
            </a:lvl3pPr>
            <a:lvl4pPr marL="1234409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4pPr>
            <a:lvl5pPr marL="1645879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5pPr>
            <a:lvl6pPr marL="2057349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6pPr>
            <a:lvl7pPr marL="2468818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7pPr>
            <a:lvl8pPr marL="2880288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8pPr>
            <a:lvl9pPr marL="3291758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1582016-5696-4A93-887F-BBB3B9002F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497495-0637-405E-AE64-5CC7506D51F5}" type="datetime1">
              <a:rPr lang="en-US" smtClean="0"/>
              <a:t>9/17/2025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57CFCD5-1192-4E18-8A8F-29E153B44D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E39A109E-5018-4794-92B3-FD5E5BCD95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5866230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9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4"/>
            <a:ext cx="5194767" cy="3633047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6041" y="2228004"/>
            <a:ext cx="5194769" cy="3633047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FD690-9426-415D-8B65-26881E07B2D4}" type="datetime1">
              <a:rPr lang="en-US" smtClean="0"/>
              <a:t>9/17/2025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2385610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9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250891"/>
            <a:ext cx="5194769" cy="557784"/>
          </a:xfrm>
        </p:spPr>
        <p:txBody>
          <a:bodyPr anchor="ctr">
            <a:noAutofit/>
          </a:bodyPr>
          <a:lstStyle>
            <a:lvl1pPr marL="0" indent="0">
              <a:buNone/>
              <a:defRPr sz="18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11470" indent="0">
              <a:buNone/>
              <a:defRPr sz="1800" b="1"/>
            </a:lvl2pPr>
            <a:lvl3pPr marL="822939" indent="0">
              <a:buNone/>
              <a:defRPr sz="1620" b="1"/>
            </a:lvl3pPr>
            <a:lvl4pPr marL="1234409" indent="0">
              <a:buNone/>
              <a:defRPr sz="1440" b="1"/>
            </a:lvl4pPr>
            <a:lvl5pPr marL="1645879" indent="0">
              <a:buNone/>
              <a:defRPr sz="1440" b="1"/>
            </a:lvl5pPr>
            <a:lvl6pPr marL="2057349" indent="0">
              <a:buNone/>
              <a:defRPr sz="1440" b="1"/>
            </a:lvl6pPr>
            <a:lvl7pPr marL="2468818" indent="0">
              <a:buNone/>
              <a:defRPr sz="1440" b="1"/>
            </a:lvl7pPr>
            <a:lvl8pPr marL="2880288" indent="0">
              <a:buNone/>
              <a:defRPr sz="1440" b="1"/>
            </a:lvl8pPr>
            <a:lvl9pPr marL="3291758" indent="0">
              <a:buNone/>
              <a:defRPr sz="144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5" y="2926054"/>
            <a:ext cx="5194766" cy="2934999"/>
          </a:xfrm>
        </p:spPr>
        <p:txBody>
          <a:bodyPr anchor="t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6039" y="2250892"/>
            <a:ext cx="5194770" cy="553373"/>
          </a:xfrm>
        </p:spPr>
        <p:txBody>
          <a:bodyPr anchor="ctr">
            <a:noAutofit/>
          </a:bodyPr>
          <a:lstStyle>
            <a:lvl1pPr marL="0" marR="0" indent="0" algn="l" defTabSz="41147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54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 sz="18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11470" indent="0">
              <a:buNone/>
              <a:defRPr sz="1800" b="1"/>
            </a:lvl2pPr>
            <a:lvl3pPr marL="822939" indent="0">
              <a:buNone/>
              <a:defRPr sz="1620" b="1"/>
            </a:lvl3pPr>
            <a:lvl4pPr marL="1234409" indent="0">
              <a:buNone/>
              <a:defRPr sz="1440" b="1"/>
            </a:lvl4pPr>
            <a:lvl5pPr marL="1645879" indent="0">
              <a:buNone/>
              <a:defRPr sz="1440" b="1"/>
            </a:lvl5pPr>
            <a:lvl6pPr marL="2057349" indent="0">
              <a:buNone/>
              <a:defRPr sz="1440" b="1"/>
            </a:lvl6pPr>
            <a:lvl7pPr marL="2468818" indent="0">
              <a:buNone/>
              <a:defRPr sz="1440" b="1"/>
            </a:lvl7pPr>
            <a:lvl8pPr marL="2880288" indent="0">
              <a:buNone/>
              <a:defRPr sz="1440" b="1"/>
            </a:lvl8pPr>
            <a:lvl9pPr marL="3291758" indent="0">
              <a:buNone/>
              <a:defRPr sz="1440" b="1"/>
            </a:lvl9pPr>
          </a:lstStyle>
          <a:p>
            <a:pPr marL="0" marR="0" lvl="0" indent="0" algn="l" defTabSz="41147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54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6039" y="2926054"/>
            <a:ext cx="5194770" cy="2934999"/>
          </a:xfrm>
        </p:spPr>
        <p:txBody>
          <a:bodyPr anchor="t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C4989A-474C-40DE-95B9-011C28B71673}" type="datetime1">
              <a:rPr lang="en-US" smtClean="0"/>
              <a:t>9/17/2025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01326331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9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B4ED54-5B5E-4A04-93D3-5772E3CE3818}" type="datetime1">
              <a:rPr lang="en-US" smtClean="0"/>
              <a:t>9/17/2025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2627889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DE50D6-574B-40AF-946F-D52A04ADE379}" type="datetime1">
              <a:rPr lang="en-US" smtClean="0"/>
              <a:t>9/17/2025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5958594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8" y="601201"/>
            <a:ext cx="3682723" cy="5815475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7858" y="933451"/>
            <a:ext cx="3031852" cy="1722419"/>
          </a:xfrm>
        </p:spPr>
        <p:txBody>
          <a:bodyPr anchor="b">
            <a:normAutofit/>
          </a:bodyPr>
          <a:lstStyle>
            <a:lvl1pPr algn="l">
              <a:defRPr sz="216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00930" y="1179829"/>
            <a:ext cx="6650991" cy="4658216"/>
          </a:xfrm>
        </p:spPr>
        <p:txBody>
          <a:bodyPr anchor="ctr">
            <a:normAutofit/>
          </a:bodyPr>
          <a:lstStyle>
            <a:lvl1pPr>
              <a:defRPr sz="1800">
                <a:solidFill>
                  <a:schemeClr val="tx2"/>
                </a:solidFill>
              </a:defRPr>
            </a:lvl1pPr>
            <a:lvl2pPr>
              <a:defRPr sz="1620">
                <a:solidFill>
                  <a:schemeClr val="tx2"/>
                </a:solidFill>
              </a:defRPr>
            </a:lvl2pPr>
            <a:lvl3pPr>
              <a:defRPr sz="1440">
                <a:solidFill>
                  <a:schemeClr val="tx2"/>
                </a:solidFill>
              </a:defRPr>
            </a:lvl3pPr>
            <a:lvl4pPr>
              <a:defRPr sz="1260">
                <a:solidFill>
                  <a:schemeClr val="tx2"/>
                </a:solidFill>
              </a:defRPr>
            </a:lvl4pPr>
            <a:lvl5pPr>
              <a:defRPr sz="1260">
                <a:solidFill>
                  <a:schemeClr val="tx2"/>
                </a:solidFill>
              </a:defRPr>
            </a:lvl5pPr>
            <a:lvl6pPr>
              <a:defRPr sz="1260">
                <a:solidFill>
                  <a:schemeClr val="tx2"/>
                </a:solidFill>
              </a:defRPr>
            </a:lvl6pPr>
            <a:lvl7pPr>
              <a:defRPr sz="1260">
                <a:solidFill>
                  <a:schemeClr val="tx2"/>
                </a:solidFill>
              </a:defRPr>
            </a:lvl7pPr>
            <a:lvl8pPr>
              <a:defRPr sz="1260">
                <a:solidFill>
                  <a:schemeClr val="tx2"/>
                </a:solidFill>
              </a:defRPr>
            </a:lvl8pPr>
            <a:lvl9pPr>
              <a:defRPr sz="1260">
                <a:solidFill>
                  <a:schemeClr val="tx2"/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67858" y="2836655"/>
            <a:ext cx="3031852" cy="3001392"/>
          </a:xfrm>
        </p:spPr>
        <p:txBody>
          <a:bodyPr anchor="t">
            <a:normAutofit/>
          </a:bodyPr>
          <a:lstStyle>
            <a:lvl1pPr marL="0" indent="0" algn="l">
              <a:buNone/>
              <a:defRPr sz="1440">
                <a:solidFill>
                  <a:srgbClr val="FFFFFF"/>
                </a:solidFill>
              </a:defRPr>
            </a:lvl1pPr>
            <a:lvl2pPr marL="411470" indent="0">
              <a:buNone/>
              <a:defRPr sz="991"/>
            </a:lvl2pPr>
            <a:lvl3pPr marL="822939" indent="0">
              <a:buNone/>
              <a:defRPr sz="900"/>
            </a:lvl3pPr>
            <a:lvl4pPr marL="1234409" indent="0">
              <a:buNone/>
              <a:defRPr sz="811"/>
            </a:lvl4pPr>
            <a:lvl5pPr marL="1645879" indent="0">
              <a:buNone/>
              <a:defRPr sz="811"/>
            </a:lvl5pPr>
            <a:lvl6pPr marL="2057349" indent="0">
              <a:buNone/>
              <a:defRPr sz="811"/>
            </a:lvl6pPr>
            <a:lvl7pPr marL="2468818" indent="0">
              <a:buNone/>
              <a:defRPr sz="811"/>
            </a:lvl7pPr>
            <a:lvl8pPr marL="2880288" indent="0">
              <a:buNone/>
              <a:defRPr sz="811"/>
            </a:lvl8pPr>
            <a:lvl9pPr marL="3291758" indent="0">
              <a:buNone/>
              <a:defRPr sz="81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0B919CC2-2A65-446F-B538-9E624903544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05952" y="6456916"/>
            <a:ext cx="2844799" cy="365125"/>
          </a:xfrm>
        </p:spPr>
        <p:txBody>
          <a:bodyPr/>
          <a:lstStyle/>
          <a:p>
            <a:fld id="{D82884F1-FFEA-405F-9602-3DCA865EDA4E}" type="datetime1">
              <a:rPr lang="en-US" smtClean="0"/>
              <a:t>9/17/2025</a:t>
            </a:fld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B72412AE-119E-4982-8B24-63365EFCA7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81192" y="6452591"/>
            <a:ext cx="6917210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7FC4BB19-6AD1-45CF-9F99-00B109890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58301" y="6456916"/>
            <a:ext cx="1052510" cy="365125"/>
          </a:xfrm>
        </p:spPr>
        <p:txBody>
          <a:bodyPr/>
          <a:lstStyle/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3416188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9"/>
          </a:xfrm>
        </p:spPr>
        <p:txBody>
          <a:bodyPr anchor="b">
            <a:normAutofit/>
          </a:bodyPr>
          <a:lstStyle>
            <a:lvl1pPr algn="l">
              <a:defRPr sz="216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8" y="641352"/>
            <a:ext cx="11290859" cy="3651249"/>
          </a:xfrm>
        </p:spPr>
        <p:txBody>
          <a:bodyPr anchor="t">
            <a:normAutofit/>
          </a:bodyPr>
          <a:lstStyle>
            <a:lvl1pPr marL="0" indent="0" algn="ctr">
              <a:buNone/>
              <a:defRPr sz="1440"/>
            </a:lvl1pPr>
            <a:lvl2pPr marL="411470" indent="0">
              <a:buNone/>
              <a:defRPr sz="1440"/>
            </a:lvl2pPr>
            <a:lvl3pPr marL="822939" indent="0">
              <a:buNone/>
              <a:defRPr sz="1440"/>
            </a:lvl3pPr>
            <a:lvl4pPr marL="1234409" indent="0">
              <a:buNone/>
              <a:defRPr sz="1440"/>
            </a:lvl4pPr>
            <a:lvl5pPr marL="1645879" indent="0">
              <a:buNone/>
              <a:defRPr sz="1440"/>
            </a:lvl5pPr>
            <a:lvl6pPr marL="2057349" indent="0">
              <a:buNone/>
              <a:defRPr sz="1440"/>
            </a:lvl6pPr>
            <a:lvl7pPr marL="2468818" indent="0">
              <a:buNone/>
              <a:defRPr sz="1440"/>
            </a:lvl7pPr>
            <a:lvl8pPr marL="2880288" indent="0">
              <a:buNone/>
              <a:defRPr sz="1440"/>
            </a:lvl8pPr>
            <a:lvl9pPr marL="3291758" indent="0">
              <a:buNone/>
              <a:defRPr sz="144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3" y="5260127"/>
            <a:ext cx="11029616" cy="998148"/>
          </a:xfrm>
        </p:spPr>
        <p:txBody>
          <a:bodyPr anchor="t">
            <a:normAutofit/>
          </a:bodyPr>
          <a:lstStyle>
            <a:lvl1pPr marL="0" indent="0">
              <a:buNone/>
              <a:defRPr sz="1440"/>
            </a:lvl1pPr>
            <a:lvl2pPr marL="411470" indent="0">
              <a:buNone/>
              <a:defRPr sz="1080"/>
            </a:lvl2pPr>
            <a:lvl3pPr marL="822939" indent="0">
              <a:buNone/>
              <a:defRPr sz="900"/>
            </a:lvl3pPr>
            <a:lvl4pPr marL="1234409" indent="0">
              <a:buNone/>
              <a:defRPr sz="811"/>
            </a:lvl4pPr>
            <a:lvl5pPr marL="1645879" indent="0">
              <a:buNone/>
              <a:defRPr sz="811"/>
            </a:lvl5pPr>
            <a:lvl6pPr marL="2057349" indent="0">
              <a:buNone/>
              <a:defRPr sz="811"/>
            </a:lvl6pPr>
            <a:lvl7pPr marL="2468818" indent="0">
              <a:buNone/>
              <a:defRPr sz="811"/>
            </a:lvl7pPr>
            <a:lvl8pPr marL="2880288" indent="0">
              <a:buNone/>
              <a:defRPr sz="811"/>
            </a:lvl8pPr>
            <a:lvl9pPr marL="3291758" indent="0">
              <a:buNone/>
              <a:defRPr sz="81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8DB4A-8810-4A10-AD5C-D5E2C667F5B3}" type="datetime1">
              <a:rPr lang="en-US" smtClean="0"/>
              <a:t>9/17/2025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6162815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3" y="702156"/>
            <a:ext cx="11029616" cy="1013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ED4963-E985-44C4-B8C4-FDD613B7C2F8}" type="datetime1">
              <a:rPr lang="en-US" smtClean="0"/>
              <a:t>9/17/2025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0510635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058151" y="599726"/>
            <a:ext cx="3687316" cy="5816951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204201" y="863601"/>
            <a:ext cx="3124200" cy="4807327"/>
          </a:xfrm>
        </p:spPr>
        <p:txBody>
          <a:bodyPr vert="eaVert" anchor="ctr"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4" y="863601"/>
            <a:ext cx="7161625" cy="4807327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6423B97-A5D4-47B9-8861-73B3707A04CF}"/>
              </a:ext>
            </a:extLst>
          </p:cNvPr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AEC0421-37B4-4481-A10D-69FDF5EC7909}"/>
              </a:ext>
            </a:extLst>
          </p:cNvPr>
          <p:cNvSpPr/>
          <p:nvPr/>
        </p:nvSpPr>
        <p:spPr>
          <a:xfrm>
            <a:off x="8042147" y="453643"/>
            <a:ext cx="3703320" cy="98555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F7265B5-9F97-4F1E-99E9-74F7B7E62337}"/>
              </a:ext>
            </a:extLst>
          </p:cNvPr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5C74A470-3BD3-4F33-80E5-67E6E87FCB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91B17-9318-49DB-B28B-6E5994AE9581}" type="datetime1">
              <a:rPr lang="en-US" smtClean="0"/>
              <a:t>9/17/2025</a:t>
            </a:fld>
            <a:endParaRPr lang="en-US" dirty="0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9A3A30BA-DB50-4D7D-BCDE-17D20FB354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76FF9E58-C0B2-436B-A21C-DB45A00D6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49778598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5" y="3085764"/>
            <a:ext cx="11298932" cy="3338149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2"/>
            <a:ext cx="10993550" cy="1475013"/>
          </a:xfrm>
          <a:effectLst/>
        </p:spPr>
        <p:txBody>
          <a:bodyPr anchor="b">
            <a:normAutofit/>
          </a:bodyPr>
          <a:lstStyle>
            <a:lvl1pPr>
              <a:defRPr sz="324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6"/>
            <a:ext cx="10993547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440" cap="all">
                <a:solidFill>
                  <a:schemeClr val="accent1"/>
                </a:solidFill>
              </a:defRPr>
            </a:lvl1pPr>
            <a:lvl2pPr marL="4114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8229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2344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64587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05734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46881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88028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29175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7FA0ACE7-29A8-47D3-A7D9-257B711D8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91B17-9318-49DB-B28B-6E5994AE9581}" type="datetime1">
              <a:rPr lang="en-US" smtClean="0"/>
              <a:t>9/17/2025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DEC604B9-52E9-4810-8359-47206518D0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5898A89F-CA25-400F-B05A-AECBF2517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51184494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02156"/>
            <a:ext cx="11029616" cy="118872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3" y="2340865"/>
            <a:ext cx="11029615" cy="36344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770E6237-3456-439F-802D-3BA93FC7E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DD82B9-B8EE-4375-B6FF-88FA6ABB15D9}" type="datetime1">
              <a:rPr lang="en-US" smtClean="0"/>
              <a:t>9/17/2025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1356D3B5-6063-4A89-B88F-9D3043916F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2B78BF7-69D3-4CE0-A631-50EFD41EEE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78804066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5"/>
            <a:ext cx="11290861" cy="125882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4" y="2393951"/>
            <a:ext cx="11029615" cy="2147467"/>
          </a:xfrm>
        </p:spPr>
        <p:txBody>
          <a:bodyPr anchor="b">
            <a:normAutofit/>
          </a:bodyPr>
          <a:lstStyle>
            <a:lvl1pPr algn="l">
              <a:defRPr sz="3240" b="0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3" y="4541418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620" cap="all">
                <a:solidFill>
                  <a:schemeClr val="accent1"/>
                </a:solidFill>
              </a:defRPr>
            </a:lvl1pPr>
            <a:lvl2pPr marL="411470" indent="0">
              <a:buNone/>
              <a:defRPr sz="1620">
                <a:solidFill>
                  <a:schemeClr val="tx1">
                    <a:tint val="75000"/>
                  </a:schemeClr>
                </a:solidFill>
              </a:defRPr>
            </a:lvl2pPr>
            <a:lvl3pPr marL="822939" indent="0">
              <a:buNone/>
              <a:defRPr sz="1440">
                <a:solidFill>
                  <a:schemeClr val="tx1">
                    <a:tint val="75000"/>
                  </a:schemeClr>
                </a:solidFill>
              </a:defRPr>
            </a:lvl3pPr>
            <a:lvl4pPr marL="1234409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4pPr>
            <a:lvl5pPr marL="1645879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5pPr>
            <a:lvl6pPr marL="2057349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6pPr>
            <a:lvl7pPr marL="2468818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7pPr>
            <a:lvl8pPr marL="2880288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8pPr>
            <a:lvl9pPr marL="3291758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1582016-5696-4A93-887F-BBB3B9002F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497495-0637-405E-AE64-5CC7506D51F5}" type="datetime1">
              <a:rPr lang="en-US" smtClean="0"/>
              <a:t>9/17/2025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57CFCD5-1192-4E18-8A8F-29E153B44D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E39A109E-5018-4794-92B3-FD5E5BCD95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88390452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9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4"/>
            <a:ext cx="5194767" cy="363304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6041" y="2228004"/>
            <a:ext cx="5194769" cy="363304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FD690-9426-415D-8B65-26881E07B2D4}" type="datetime1">
              <a:rPr lang="en-US" smtClean="0"/>
              <a:t>9/17/2025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4046736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9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250891"/>
            <a:ext cx="5194769" cy="557784"/>
          </a:xfrm>
        </p:spPr>
        <p:txBody>
          <a:bodyPr anchor="ctr">
            <a:noAutofit/>
          </a:bodyPr>
          <a:lstStyle>
            <a:lvl1pPr marL="0" indent="0">
              <a:buNone/>
              <a:defRPr sz="18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11470" indent="0">
              <a:buNone/>
              <a:defRPr sz="1800" b="1"/>
            </a:lvl2pPr>
            <a:lvl3pPr marL="822939" indent="0">
              <a:buNone/>
              <a:defRPr sz="1620" b="1"/>
            </a:lvl3pPr>
            <a:lvl4pPr marL="1234409" indent="0">
              <a:buNone/>
              <a:defRPr sz="1440" b="1"/>
            </a:lvl4pPr>
            <a:lvl5pPr marL="1645879" indent="0">
              <a:buNone/>
              <a:defRPr sz="1440" b="1"/>
            </a:lvl5pPr>
            <a:lvl6pPr marL="2057349" indent="0">
              <a:buNone/>
              <a:defRPr sz="1440" b="1"/>
            </a:lvl6pPr>
            <a:lvl7pPr marL="2468818" indent="0">
              <a:buNone/>
              <a:defRPr sz="1440" b="1"/>
            </a:lvl7pPr>
            <a:lvl8pPr marL="2880288" indent="0">
              <a:buNone/>
              <a:defRPr sz="1440" b="1"/>
            </a:lvl8pPr>
            <a:lvl9pPr marL="3291758" indent="0">
              <a:buNone/>
              <a:defRPr sz="144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5" y="2926054"/>
            <a:ext cx="5194766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6039" y="2250892"/>
            <a:ext cx="5194770" cy="553373"/>
          </a:xfrm>
        </p:spPr>
        <p:txBody>
          <a:bodyPr anchor="ctr">
            <a:noAutofit/>
          </a:bodyPr>
          <a:lstStyle>
            <a:lvl1pPr marL="0" marR="0" indent="0" algn="l" defTabSz="41147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54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 sz="18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11470" indent="0">
              <a:buNone/>
              <a:defRPr sz="1800" b="1"/>
            </a:lvl2pPr>
            <a:lvl3pPr marL="822939" indent="0">
              <a:buNone/>
              <a:defRPr sz="1620" b="1"/>
            </a:lvl3pPr>
            <a:lvl4pPr marL="1234409" indent="0">
              <a:buNone/>
              <a:defRPr sz="1440" b="1"/>
            </a:lvl4pPr>
            <a:lvl5pPr marL="1645879" indent="0">
              <a:buNone/>
              <a:defRPr sz="1440" b="1"/>
            </a:lvl5pPr>
            <a:lvl6pPr marL="2057349" indent="0">
              <a:buNone/>
              <a:defRPr sz="1440" b="1"/>
            </a:lvl6pPr>
            <a:lvl7pPr marL="2468818" indent="0">
              <a:buNone/>
              <a:defRPr sz="1440" b="1"/>
            </a:lvl7pPr>
            <a:lvl8pPr marL="2880288" indent="0">
              <a:buNone/>
              <a:defRPr sz="1440" b="1"/>
            </a:lvl8pPr>
            <a:lvl9pPr marL="3291758" indent="0">
              <a:buNone/>
              <a:defRPr sz="1440" b="1"/>
            </a:lvl9pPr>
          </a:lstStyle>
          <a:p>
            <a:pPr marL="0" marR="0" lvl="0" indent="0" algn="l" defTabSz="41147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54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6039" y="2926054"/>
            <a:ext cx="5194770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C4989A-474C-40DE-95B9-011C28B71673}" type="datetime1">
              <a:rPr lang="en-US" smtClean="0"/>
              <a:t>9/17/2025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1314123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9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B4ED54-5B5E-4A04-93D3-5772E3CE3818}" type="datetime1">
              <a:rPr lang="en-US" smtClean="0"/>
              <a:t>9/17/2025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73196755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DE50D6-574B-40AF-946F-D52A04ADE379}" type="datetime1">
              <a:rPr lang="en-US" smtClean="0"/>
              <a:t>9/17/2025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8403932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8" y="601201"/>
            <a:ext cx="3682723" cy="5815475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7858" y="933451"/>
            <a:ext cx="3031852" cy="1722419"/>
          </a:xfrm>
        </p:spPr>
        <p:txBody>
          <a:bodyPr anchor="b">
            <a:normAutofit/>
          </a:bodyPr>
          <a:lstStyle>
            <a:lvl1pPr algn="l">
              <a:defRPr sz="216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00930" y="1179829"/>
            <a:ext cx="6650991" cy="4658216"/>
          </a:xfrm>
        </p:spPr>
        <p:txBody>
          <a:bodyPr anchor="ctr">
            <a:normAutofit/>
          </a:bodyPr>
          <a:lstStyle>
            <a:lvl1pPr>
              <a:defRPr sz="1800">
                <a:solidFill>
                  <a:schemeClr val="tx2"/>
                </a:solidFill>
              </a:defRPr>
            </a:lvl1pPr>
            <a:lvl2pPr>
              <a:defRPr sz="1620">
                <a:solidFill>
                  <a:schemeClr val="tx2"/>
                </a:solidFill>
              </a:defRPr>
            </a:lvl2pPr>
            <a:lvl3pPr>
              <a:defRPr sz="1440">
                <a:solidFill>
                  <a:schemeClr val="tx2"/>
                </a:solidFill>
              </a:defRPr>
            </a:lvl3pPr>
            <a:lvl4pPr>
              <a:defRPr sz="1260">
                <a:solidFill>
                  <a:schemeClr val="tx2"/>
                </a:solidFill>
              </a:defRPr>
            </a:lvl4pPr>
            <a:lvl5pPr>
              <a:defRPr sz="1260">
                <a:solidFill>
                  <a:schemeClr val="tx2"/>
                </a:solidFill>
              </a:defRPr>
            </a:lvl5pPr>
            <a:lvl6pPr>
              <a:defRPr sz="1260">
                <a:solidFill>
                  <a:schemeClr val="tx2"/>
                </a:solidFill>
              </a:defRPr>
            </a:lvl6pPr>
            <a:lvl7pPr>
              <a:defRPr sz="1260">
                <a:solidFill>
                  <a:schemeClr val="tx2"/>
                </a:solidFill>
              </a:defRPr>
            </a:lvl7pPr>
            <a:lvl8pPr>
              <a:defRPr sz="1260">
                <a:solidFill>
                  <a:schemeClr val="tx2"/>
                </a:solidFill>
              </a:defRPr>
            </a:lvl8pPr>
            <a:lvl9pPr>
              <a:defRPr sz="126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67858" y="2836655"/>
            <a:ext cx="3031852" cy="3001392"/>
          </a:xfrm>
        </p:spPr>
        <p:txBody>
          <a:bodyPr anchor="t">
            <a:normAutofit/>
          </a:bodyPr>
          <a:lstStyle>
            <a:lvl1pPr marL="0" indent="0" algn="l">
              <a:buNone/>
              <a:defRPr sz="1440">
                <a:solidFill>
                  <a:srgbClr val="FFFFFF"/>
                </a:solidFill>
              </a:defRPr>
            </a:lvl1pPr>
            <a:lvl2pPr marL="411470" indent="0">
              <a:buNone/>
              <a:defRPr sz="991"/>
            </a:lvl2pPr>
            <a:lvl3pPr marL="822939" indent="0">
              <a:buNone/>
              <a:defRPr sz="900"/>
            </a:lvl3pPr>
            <a:lvl4pPr marL="1234409" indent="0">
              <a:buNone/>
              <a:defRPr sz="811"/>
            </a:lvl4pPr>
            <a:lvl5pPr marL="1645879" indent="0">
              <a:buNone/>
              <a:defRPr sz="811"/>
            </a:lvl5pPr>
            <a:lvl6pPr marL="2057349" indent="0">
              <a:buNone/>
              <a:defRPr sz="811"/>
            </a:lvl6pPr>
            <a:lvl7pPr marL="2468818" indent="0">
              <a:buNone/>
              <a:defRPr sz="811"/>
            </a:lvl7pPr>
            <a:lvl8pPr marL="2880288" indent="0">
              <a:buNone/>
              <a:defRPr sz="811"/>
            </a:lvl8pPr>
            <a:lvl9pPr marL="3291758" indent="0">
              <a:buNone/>
              <a:defRPr sz="81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0B919CC2-2A65-446F-B538-9E624903544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05952" y="6456916"/>
            <a:ext cx="2844799" cy="365125"/>
          </a:xfrm>
        </p:spPr>
        <p:txBody>
          <a:bodyPr/>
          <a:lstStyle/>
          <a:p>
            <a:fld id="{D82884F1-FFEA-405F-9602-3DCA865EDA4E}" type="datetime1">
              <a:rPr lang="en-US" smtClean="0"/>
              <a:t>9/17/2025</a:t>
            </a:fld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B72412AE-119E-4982-8B24-63365EFCA7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81192" y="6452591"/>
            <a:ext cx="6917210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7FC4BB19-6AD1-45CF-9F99-00B109890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58301" y="6456916"/>
            <a:ext cx="1052510" cy="365125"/>
          </a:xfrm>
        </p:spPr>
        <p:txBody>
          <a:bodyPr/>
          <a:lstStyle/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37058356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9"/>
          </a:xfrm>
        </p:spPr>
        <p:txBody>
          <a:bodyPr anchor="b">
            <a:normAutofit/>
          </a:bodyPr>
          <a:lstStyle>
            <a:lvl1pPr algn="l">
              <a:defRPr sz="216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8" y="641352"/>
            <a:ext cx="11290859" cy="3651249"/>
          </a:xfrm>
        </p:spPr>
        <p:txBody>
          <a:bodyPr anchor="t">
            <a:normAutofit/>
          </a:bodyPr>
          <a:lstStyle>
            <a:lvl1pPr marL="0" indent="0" algn="ctr">
              <a:buNone/>
              <a:defRPr sz="1440"/>
            </a:lvl1pPr>
            <a:lvl2pPr marL="411470" indent="0">
              <a:buNone/>
              <a:defRPr sz="1440"/>
            </a:lvl2pPr>
            <a:lvl3pPr marL="822939" indent="0">
              <a:buNone/>
              <a:defRPr sz="1440"/>
            </a:lvl3pPr>
            <a:lvl4pPr marL="1234409" indent="0">
              <a:buNone/>
              <a:defRPr sz="1440"/>
            </a:lvl4pPr>
            <a:lvl5pPr marL="1645879" indent="0">
              <a:buNone/>
              <a:defRPr sz="1440"/>
            </a:lvl5pPr>
            <a:lvl6pPr marL="2057349" indent="0">
              <a:buNone/>
              <a:defRPr sz="1440"/>
            </a:lvl6pPr>
            <a:lvl7pPr marL="2468818" indent="0">
              <a:buNone/>
              <a:defRPr sz="1440"/>
            </a:lvl7pPr>
            <a:lvl8pPr marL="2880288" indent="0">
              <a:buNone/>
              <a:defRPr sz="1440"/>
            </a:lvl8pPr>
            <a:lvl9pPr marL="3291758" indent="0">
              <a:buNone/>
              <a:defRPr sz="144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3" y="5260127"/>
            <a:ext cx="11029616" cy="998148"/>
          </a:xfrm>
        </p:spPr>
        <p:txBody>
          <a:bodyPr anchor="t">
            <a:normAutofit/>
          </a:bodyPr>
          <a:lstStyle>
            <a:lvl1pPr marL="0" indent="0">
              <a:buNone/>
              <a:defRPr sz="1440"/>
            </a:lvl1pPr>
            <a:lvl2pPr marL="411470" indent="0">
              <a:buNone/>
              <a:defRPr sz="1080"/>
            </a:lvl2pPr>
            <a:lvl3pPr marL="822939" indent="0">
              <a:buNone/>
              <a:defRPr sz="900"/>
            </a:lvl3pPr>
            <a:lvl4pPr marL="1234409" indent="0">
              <a:buNone/>
              <a:defRPr sz="811"/>
            </a:lvl4pPr>
            <a:lvl5pPr marL="1645879" indent="0">
              <a:buNone/>
              <a:defRPr sz="811"/>
            </a:lvl5pPr>
            <a:lvl6pPr marL="2057349" indent="0">
              <a:buNone/>
              <a:defRPr sz="811"/>
            </a:lvl6pPr>
            <a:lvl7pPr marL="2468818" indent="0">
              <a:buNone/>
              <a:defRPr sz="811"/>
            </a:lvl7pPr>
            <a:lvl8pPr marL="2880288" indent="0">
              <a:buNone/>
              <a:defRPr sz="811"/>
            </a:lvl8pPr>
            <a:lvl9pPr marL="3291758" indent="0">
              <a:buNone/>
              <a:defRPr sz="81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8DB4A-8810-4A10-AD5C-D5E2C667F5B3}" type="datetime1">
              <a:rPr lang="en-US" smtClean="0"/>
              <a:t>9/17/2025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7982317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3" y="702156"/>
            <a:ext cx="11029616" cy="1013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ED4963-E985-44C4-B8C4-FDD613B7C2F8}" type="datetime1">
              <a:rPr lang="en-US" smtClean="0"/>
              <a:t>9/17/2025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0350259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058151" y="599726"/>
            <a:ext cx="3687316" cy="5816951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204201" y="863601"/>
            <a:ext cx="3124200" cy="4807327"/>
          </a:xfrm>
        </p:spPr>
        <p:txBody>
          <a:bodyPr vert="eaVert" anchor="ctr"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4" y="863601"/>
            <a:ext cx="7161625" cy="4807327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6423B97-A5D4-47B9-8861-73B3707A04CF}"/>
              </a:ext>
            </a:extLst>
          </p:cNvPr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AEC0421-37B4-4481-A10D-69FDF5EC7909}"/>
              </a:ext>
            </a:extLst>
          </p:cNvPr>
          <p:cNvSpPr/>
          <p:nvPr/>
        </p:nvSpPr>
        <p:spPr>
          <a:xfrm>
            <a:off x="8042147" y="453643"/>
            <a:ext cx="3703320" cy="98555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F7265B5-9F97-4F1E-99E9-74F7B7E62337}"/>
              </a:ext>
            </a:extLst>
          </p:cNvPr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5C74A470-3BD3-4F33-80E5-67E6E87FCB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91B17-9318-49DB-B28B-6E5994AE9581}" type="datetime1">
              <a:rPr lang="en-US" smtClean="0"/>
              <a:t>9/17/2025</a:t>
            </a:fld>
            <a:endParaRPr lang="en-US" dirty="0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9A3A30BA-DB50-4D7D-BCDE-17D20FB354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76FF9E58-C0B2-436B-A21C-DB45A00D6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51345163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1" preserve="1">
  <p:cSld name="Title and body 1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title"/>
          </p:nvPr>
        </p:nvSpPr>
        <p:spPr>
          <a:xfrm>
            <a:off x="415600" y="796567"/>
            <a:ext cx="11360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200"/>
              <a:buFont typeface="Arial Black"/>
              <a:buNone/>
              <a:defRPr>
                <a:latin typeface="Arial Black"/>
                <a:ea typeface="Arial Black"/>
                <a:cs typeface="Arial Black"/>
                <a:sym typeface="Arial Black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339177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0.xml"/><Relationship Id="rId3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9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24.xml"/><Relationship Id="rId1" Type="http://schemas.openxmlformats.org/officeDocument/2006/relationships/slideLayout" Target="../slideLayouts/slideLayout23.xml"/><Relationship Id="rId6" Type="http://schemas.openxmlformats.org/officeDocument/2006/relationships/slideLayout" Target="../slideLayouts/slideLayout28.xml"/><Relationship Id="rId11" Type="http://schemas.openxmlformats.org/officeDocument/2006/relationships/slideLayout" Target="../slideLayouts/slideLayout33.xml"/><Relationship Id="rId5" Type="http://schemas.openxmlformats.org/officeDocument/2006/relationships/slideLayout" Target="../slideLayouts/slideLayout27.xml"/><Relationship Id="rId10" Type="http://schemas.openxmlformats.org/officeDocument/2006/relationships/slideLayout" Target="../slideLayouts/slideLayout32.xml"/><Relationship Id="rId4" Type="http://schemas.openxmlformats.org/officeDocument/2006/relationships/slideLayout" Target="../slideLayouts/slideLayout26.xml"/><Relationship Id="rId9" Type="http://schemas.openxmlformats.org/officeDocument/2006/relationships/slideLayout" Target="../slideLayouts/slideLayout31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1.xml"/><Relationship Id="rId13" Type="http://schemas.openxmlformats.org/officeDocument/2006/relationships/theme" Target="../theme/theme4.xml"/><Relationship Id="rId3" Type="http://schemas.openxmlformats.org/officeDocument/2006/relationships/slideLayout" Target="../slideLayouts/slideLayout36.xml"/><Relationship Id="rId7" Type="http://schemas.openxmlformats.org/officeDocument/2006/relationships/slideLayout" Target="../slideLayouts/slideLayout40.xml"/><Relationship Id="rId12" Type="http://schemas.openxmlformats.org/officeDocument/2006/relationships/slideLayout" Target="../slideLayouts/slideLayout45.xml"/><Relationship Id="rId2" Type="http://schemas.openxmlformats.org/officeDocument/2006/relationships/slideLayout" Target="../slideLayouts/slideLayout35.xml"/><Relationship Id="rId1" Type="http://schemas.openxmlformats.org/officeDocument/2006/relationships/slideLayout" Target="../slideLayouts/slideLayout34.xml"/><Relationship Id="rId6" Type="http://schemas.openxmlformats.org/officeDocument/2006/relationships/slideLayout" Target="../slideLayouts/slideLayout39.xml"/><Relationship Id="rId11" Type="http://schemas.openxmlformats.org/officeDocument/2006/relationships/slideLayout" Target="../slideLayouts/slideLayout44.xml"/><Relationship Id="rId5" Type="http://schemas.openxmlformats.org/officeDocument/2006/relationships/slideLayout" Target="../slideLayouts/slideLayout38.xml"/><Relationship Id="rId10" Type="http://schemas.openxmlformats.org/officeDocument/2006/relationships/slideLayout" Target="../slideLayouts/slideLayout43.xml"/><Relationship Id="rId4" Type="http://schemas.openxmlformats.org/officeDocument/2006/relationships/slideLayout" Target="../slideLayouts/slideLayout37.xml"/><Relationship Id="rId9" Type="http://schemas.openxmlformats.org/officeDocument/2006/relationships/slideLayout" Target="../slideLayouts/slideLayout42.xml"/></Relationships>
</file>

<file path=ppt/slideMasters/_rels/slideMaster5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53.xml"/><Relationship Id="rId13" Type="http://schemas.openxmlformats.org/officeDocument/2006/relationships/theme" Target="../theme/theme5.xml"/><Relationship Id="rId3" Type="http://schemas.openxmlformats.org/officeDocument/2006/relationships/slideLayout" Target="../slideLayouts/slideLayout48.xml"/><Relationship Id="rId7" Type="http://schemas.openxmlformats.org/officeDocument/2006/relationships/slideLayout" Target="../slideLayouts/slideLayout52.xml"/><Relationship Id="rId12" Type="http://schemas.openxmlformats.org/officeDocument/2006/relationships/slideLayout" Target="../slideLayouts/slideLayout57.xml"/><Relationship Id="rId2" Type="http://schemas.openxmlformats.org/officeDocument/2006/relationships/slideLayout" Target="../slideLayouts/slideLayout47.xml"/><Relationship Id="rId1" Type="http://schemas.openxmlformats.org/officeDocument/2006/relationships/slideLayout" Target="../slideLayouts/slideLayout46.xml"/><Relationship Id="rId6" Type="http://schemas.openxmlformats.org/officeDocument/2006/relationships/slideLayout" Target="../slideLayouts/slideLayout51.xml"/><Relationship Id="rId11" Type="http://schemas.openxmlformats.org/officeDocument/2006/relationships/slideLayout" Target="../slideLayouts/slideLayout56.xml"/><Relationship Id="rId5" Type="http://schemas.openxmlformats.org/officeDocument/2006/relationships/slideLayout" Target="../slideLayouts/slideLayout50.xml"/><Relationship Id="rId10" Type="http://schemas.openxmlformats.org/officeDocument/2006/relationships/slideLayout" Target="../slideLayouts/slideLayout55.xml"/><Relationship Id="rId4" Type="http://schemas.openxmlformats.org/officeDocument/2006/relationships/slideLayout" Target="../slideLayouts/slideLayout49.xml"/><Relationship Id="rId9" Type="http://schemas.openxmlformats.org/officeDocument/2006/relationships/slideLayout" Target="../slideLayouts/slideLayout54.xml"/></Relationships>
</file>

<file path=ppt/slideMasters/_rels/slideMaster6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65.xml"/><Relationship Id="rId3" Type="http://schemas.openxmlformats.org/officeDocument/2006/relationships/slideLayout" Target="../slideLayouts/slideLayout60.xml"/><Relationship Id="rId7" Type="http://schemas.openxmlformats.org/officeDocument/2006/relationships/slideLayout" Target="../slideLayouts/slideLayout64.xml"/><Relationship Id="rId12" Type="http://schemas.openxmlformats.org/officeDocument/2006/relationships/theme" Target="../theme/theme6.xml"/><Relationship Id="rId2" Type="http://schemas.openxmlformats.org/officeDocument/2006/relationships/slideLayout" Target="../slideLayouts/slideLayout59.xml"/><Relationship Id="rId1" Type="http://schemas.openxmlformats.org/officeDocument/2006/relationships/slideLayout" Target="../slideLayouts/slideLayout58.xml"/><Relationship Id="rId6" Type="http://schemas.openxmlformats.org/officeDocument/2006/relationships/slideLayout" Target="../slideLayouts/slideLayout63.xml"/><Relationship Id="rId11" Type="http://schemas.openxmlformats.org/officeDocument/2006/relationships/slideLayout" Target="../slideLayouts/slideLayout68.xml"/><Relationship Id="rId5" Type="http://schemas.openxmlformats.org/officeDocument/2006/relationships/slideLayout" Target="../slideLayouts/slideLayout62.xml"/><Relationship Id="rId10" Type="http://schemas.openxmlformats.org/officeDocument/2006/relationships/slideLayout" Target="../slideLayouts/slideLayout67.xml"/><Relationship Id="rId4" Type="http://schemas.openxmlformats.org/officeDocument/2006/relationships/slideLayout" Target="../slideLayouts/slideLayout61.xml"/><Relationship Id="rId9" Type="http://schemas.openxmlformats.org/officeDocument/2006/relationships/slideLayout" Target="../slideLayouts/slideLayout66.xml"/></Relationships>
</file>

<file path=ppt/slideMasters/_rels/slideMaster7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76.xml"/><Relationship Id="rId13" Type="http://schemas.openxmlformats.org/officeDocument/2006/relationships/theme" Target="../theme/theme7.xml"/><Relationship Id="rId3" Type="http://schemas.openxmlformats.org/officeDocument/2006/relationships/slideLayout" Target="../slideLayouts/slideLayout71.xml"/><Relationship Id="rId7" Type="http://schemas.openxmlformats.org/officeDocument/2006/relationships/slideLayout" Target="../slideLayouts/slideLayout75.xml"/><Relationship Id="rId12" Type="http://schemas.openxmlformats.org/officeDocument/2006/relationships/slideLayout" Target="../slideLayouts/slideLayout80.xml"/><Relationship Id="rId2" Type="http://schemas.openxmlformats.org/officeDocument/2006/relationships/slideLayout" Target="../slideLayouts/slideLayout70.xml"/><Relationship Id="rId1" Type="http://schemas.openxmlformats.org/officeDocument/2006/relationships/slideLayout" Target="../slideLayouts/slideLayout69.xml"/><Relationship Id="rId6" Type="http://schemas.openxmlformats.org/officeDocument/2006/relationships/slideLayout" Target="../slideLayouts/slideLayout74.xml"/><Relationship Id="rId11" Type="http://schemas.openxmlformats.org/officeDocument/2006/relationships/slideLayout" Target="../slideLayouts/slideLayout79.xml"/><Relationship Id="rId5" Type="http://schemas.openxmlformats.org/officeDocument/2006/relationships/slideLayout" Target="../slideLayouts/slideLayout73.xml"/><Relationship Id="rId10" Type="http://schemas.openxmlformats.org/officeDocument/2006/relationships/slideLayout" Target="../slideLayouts/slideLayout78.xml"/><Relationship Id="rId4" Type="http://schemas.openxmlformats.org/officeDocument/2006/relationships/slideLayout" Target="../slideLayouts/slideLayout72.xml"/><Relationship Id="rId9" Type="http://schemas.openxmlformats.org/officeDocument/2006/relationships/slideLayout" Target="../slideLayouts/slideLayout7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3" y="705124"/>
            <a:ext cx="11029616" cy="118955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3" y="2336003"/>
            <a:ext cx="11029616" cy="365204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2" y="6423915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11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8264CF15-8E02-4BE3-8BED-2B7E53A4CE09}" type="datetimeFigureOut">
              <a:rPr lang="zh-CN" altLang="en-US" smtClean="0"/>
              <a:t>2025/9/17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6423915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11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1" y="6423915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11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985ED863-5916-47AD-B630-516A65E1DCB5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8042147" y="453643"/>
            <a:ext cx="3703320" cy="98555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7426861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411470" rtl="0" eaLnBrk="1" latinLnBrk="0" hangingPunct="1">
        <a:lnSpc>
          <a:spcPct val="100000"/>
        </a:lnSpc>
        <a:spcBef>
          <a:spcPct val="0"/>
        </a:spcBef>
        <a:buNone/>
        <a:defRPr sz="2520" b="0" kern="1200" cap="all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75393" indent="-275393" algn="l" defTabSz="411470" rtl="0" eaLnBrk="1" latinLnBrk="0" hangingPunct="1">
        <a:lnSpc>
          <a:spcPct val="100000"/>
        </a:lnSpc>
        <a:spcBef>
          <a:spcPct val="20000"/>
        </a:spcBef>
        <a:spcAft>
          <a:spcPts val="54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62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566986" indent="-275393" algn="l" defTabSz="411470" rtl="0" eaLnBrk="1" latinLnBrk="0" hangingPunct="1">
        <a:lnSpc>
          <a:spcPct val="100000"/>
        </a:lnSpc>
        <a:spcBef>
          <a:spcPct val="20000"/>
        </a:spcBef>
        <a:spcAft>
          <a:spcPts val="54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44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809980" indent="-242994" algn="l" defTabSz="411470" rtl="0" eaLnBrk="1" latinLnBrk="0" hangingPunct="1">
        <a:lnSpc>
          <a:spcPct val="100000"/>
        </a:lnSpc>
        <a:spcBef>
          <a:spcPct val="20000"/>
        </a:spcBef>
        <a:spcAft>
          <a:spcPts val="54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26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117772" indent="-210595" algn="l" defTabSz="411470" rtl="0" eaLnBrk="1" latinLnBrk="0" hangingPunct="1">
        <a:lnSpc>
          <a:spcPct val="100000"/>
        </a:lnSpc>
        <a:spcBef>
          <a:spcPct val="20000"/>
        </a:spcBef>
        <a:spcAft>
          <a:spcPts val="54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08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441764" indent="-210595" algn="l" defTabSz="411470" rtl="0" eaLnBrk="1" latinLnBrk="0" hangingPunct="1">
        <a:lnSpc>
          <a:spcPct val="100000"/>
        </a:lnSpc>
        <a:spcBef>
          <a:spcPct val="20000"/>
        </a:spcBef>
        <a:spcAft>
          <a:spcPts val="54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08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709957" indent="-205735" algn="l" defTabSz="411470" rtl="0" eaLnBrk="1" latinLnBrk="0" hangingPunct="1">
        <a:spcBef>
          <a:spcPct val="20000"/>
        </a:spcBef>
        <a:spcAft>
          <a:spcPts val="54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080" kern="1200">
          <a:solidFill>
            <a:schemeClr val="tx2"/>
          </a:solidFill>
          <a:latin typeface="+mn-lt"/>
          <a:ea typeface="+mn-ea"/>
          <a:cs typeface="+mn-cs"/>
        </a:defRPr>
      </a:lvl6pPr>
      <a:lvl7pPr marL="1979951" indent="-205735" algn="l" defTabSz="411470" rtl="0" eaLnBrk="1" latinLnBrk="0" hangingPunct="1">
        <a:spcBef>
          <a:spcPct val="20000"/>
        </a:spcBef>
        <a:spcAft>
          <a:spcPts val="54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080" kern="1200">
          <a:solidFill>
            <a:schemeClr val="tx2"/>
          </a:solidFill>
          <a:latin typeface="+mn-lt"/>
          <a:ea typeface="+mn-ea"/>
          <a:cs typeface="+mn-cs"/>
        </a:defRPr>
      </a:lvl7pPr>
      <a:lvl8pPr marL="2249944" indent="-205735" algn="l" defTabSz="411470" rtl="0" eaLnBrk="1" latinLnBrk="0" hangingPunct="1">
        <a:spcBef>
          <a:spcPct val="20000"/>
        </a:spcBef>
        <a:spcAft>
          <a:spcPts val="54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080" kern="1200">
          <a:solidFill>
            <a:schemeClr val="tx2"/>
          </a:solidFill>
          <a:latin typeface="+mn-lt"/>
          <a:ea typeface="+mn-ea"/>
          <a:cs typeface="+mn-cs"/>
        </a:defRPr>
      </a:lvl8pPr>
      <a:lvl9pPr marL="2519937" indent="-205735" algn="l" defTabSz="411470" rtl="0" eaLnBrk="1" latinLnBrk="0" hangingPunct="1">
        <a:spcBef>
          <a:spcPct val="20000"/>
        </a:spcBef>
        <a:spcAft>
          <a:spcPts val="54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08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11470" rtl="0" eaLnBrk="1" latinLnBrk="0" hangingPunct="1">
        <a:defRPr sz="1620" kern="1200">
          <a:solidFill>
            <a:schemeClr val="tx1"/>
          </a:solidFill>
          <a:latin typeface="+mn-lt"/>
          <a:ea typeface="+mn-ea"/>
          <a:cs typeface="+mn-cs"/>
        </a:defRPr>
      </a:lvl1pPr>
      <a:lvl2pPr marL="411470" algn="l" defTabSz="411470" rtl="0" eaLnBrk="1" latinLnBrk="0" hangingPunct="1">
        <a:defRPr sz="1620" kern="1200">
          <a:solidFill>
            <a:schemeClr val="tx1"/>
          </a:solidFill>
          <a:latin typeface="+mn-lt"/>
          <a:ea typeface="+mn-ea"/>
          <a:cs typeface="+mn-cs"/>
        </a:defRPr>
      </a:lvl2pPr>
      <a:lvl3pPr marL="822939" algn="l" defTabSz="411470" rtl="0" eaLnBrk="1" latinLnBrk="0" hangingPunct="1">
        <a:defRPr sz="1620" kern="1200">
          <a:solidFill>
            <a:schemeClr val="tx1"/>
          </a:solidFill>
          <a:latin typeface="+mn-lt"/>
          <a:ea typeface="+mn-ea"/>
          <a:cs typeface="+mn-cs"/>
        </a:defRPr>
      </a:lvl3pPr>
      <a:lvl4pPr marL="1234409" algn="l" defTabSz="411470" rtl="0" eaLnBrk="1" latinLnBrk="0" hangingPunct="1">
        <a:defRPr sz="1620" kern="1200">
          <a:solidFill>
            <a:schemeClr val="tx1"/>
          </a:solidFill>
          <a:latin typeface="+mn-lt"/>
          <a:ea typeface="+mn-ea"/>
          <a:cs typeface="+mn-cs"/>
        </a:defRPr>
      </a:lvl4pPr>
      <a:lvl5pPr marL="1645879" algn="l" defTabSz="411470" rtl="0" eaLnBrk="1" latinLnBrk="0" hangingPunct="1">
        <a:defRPr sz="1620" kern="1200">
          <a:solidFill>
            <a:schemeClr val="tx1"/>
          </a:solidFill>
          <a:latin typeface="+mn-lt"/>
          <a:ea typeface="+mn-ea"/>
          <a:cs typeface="+mn-cs"/>
        </a:defRPr>
      </a:lvl5pPr>
      <a:lvl6pPr marL="2057349" algn="l" defTabSz="411470" rtl="0" eaLnBrk="1" latinLnBrk="0" hangingPunct="1">
        <a:defRPr sz="1620" kern="1200">
          <a:solidFill>
            <a:schemeClr val="tx1"/>
          </a:solidFill>
          <a:latin typeface="+mn-lt"/>
          <a:ea typeface="+mn-ea"/>
          <a:cs typeface="+mn-cs"/>
        </a:defRPr>
      </a:lvl6pPr>
      <a:lvl7pPr marL="2468818" algn="l" defTabSz="411470" rtl="0" eaLnBrk="1" latinLnBrk="0" hangingPunct="1">
        <a:defRPr sz="1620" kern="1200">
          <a:solidFill>
            <a:schemeClr val="tx1"/>
          </a:solidFill>
          <a:latin typeface="+mn-lt"/>
          <a:ea typeface="+mn-ea"/>
          <a:cs typeface="+mn-cs"/>
        </a:defRPr>
      </a:lvl7pPr>
      <a:lvl8pPr marL="2880288" algn="l" defTabSz="411470" rtl="0" eaLnBrk="1" latinLnBrk="0" hangingPunct="1">
        <a:defRPr sz="1620" kern="1200">
          <a:solidFill>
            <a:schemeClr val="tx1"/>
          </a:solidFill>
          <a:latin typeface="+mn-lt"/>
          <a:ea typeface="+mn-ea"/>
          <a:cs typeface="+mn-cs"/>
        </a:defRPr>
      </a:lvl8pPr>
      <a:lvl9pPr marL="3291758" algn="l" defTabSz="411470" rtl="0" eaLnBrk="1" latinLnBrk="0" hangingPunct="1">
        <a:defRPr sz="162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3" y="705124"/>
            <a:ext cx="11029616" cy="118955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3" y="2336003"/>
            <a:ext cx="11029616" cy="365204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2" y="6423915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11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61ED8BDC-014F-440E-B651-A3D5A758B980}" type="datetime1">
              <a:rPr lang="en-US" smtClean="0"/>
              <a:t>9/17/2025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6423915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11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1" y="6423915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11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8042147" y="453643"/>
            <a:ext cx="3703320" cy="98555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5294666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hdr="0" ftr="0" dt="0"/>
  <p:txStyles>
    <p:titleStyle>
      <a:lvl1pPr algn="l" defTabSz="411470" rtl="0" eaLnBrk="1" latinLnBrk="0" hangingPunct="1">
        <a:lnSpc>
          <a:spcPct val="100000"/>
        </a:lnSpc>
        <a:spcBef>
          <a:spcPct val="0"/>
        </a:spcBef>
        <a:buNone/>
        <a:defRPr sz="2520" b="0" kern="1200" cap="all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75393" indent="-275393" algn="l" defTabSz="411470" rtl="0" eaLnBrk="1" latinLnBrk="0" hangingPunct="1">
        <a:lnSpc>
          <a:spcPct val="100000"/>
        </a:lnSpc>
        <a:spcBef>
          <a:spcPct val="20000"/>
        </a:spcBef>
        <a:spcAft>
          <a:spcPts val="54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62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566986" indent="-275393" algn="l" defTabSz="411470" rtl="0" eaLnBrk="1" latinLnBrk="0" hangingPunct="1">
        <a:lnSpc>
          <a:spcPct val="100000"/>
        </a:lnSpc>
        <a:spcBef>
          <a:spcPct val="20000"/>
        </a:spcBef>
        <a:spcAft>
          <a:spcPts val="54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44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809980" indent="-242994" algn="l" defTabSz="411470" rtl="0" eaLnBrk="1" latinLnBrk="0" hangingPunct="1">
        <a:lnSpc>
          <a:spcPct val="100000"/>
        </a:lnSpc>
        <a:spcBef>
          <a:spcPct val="20000"/>
        </a:spcBef>
        <a:spcAft>
          <a:spcPts val="54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26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117772" indent="-210595" algn="l" defTabSz="411470" rtl="0" eaLnBrk="1" latinLnBrk="0" hangingPunct="1">
        <a:lnSpc>
          <a:spcPct val="100000"/>
        </a:lnSpc>
        <a:spcBef>
          <a:spcPct val="20000"/>
        </a:spcBef>
        <a:spcAft>
          <a:spcPts val="54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08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441764" indent="-210595" algn="l" defTabSz="411470" rtl="0" eaLnBrk="1" latinLnBrk="0" hangingPunct="1">
        <a:lnSpc>
          <a:spcPct val="100000"/>
        </a:lnSpc>
        <a:spcBef>
          <a:spcPct val="20000"/>
        </a:spcBef>
        <a:spcAft>
          <a:spcPts val="54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08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709957" indent="-205735" algn="l" defTabSz="411470" rtl="0" eaLnBrk="1" latinLnBrk="0" hangingPunct="1">
        <a:spcBef>
          <a:spcPct val="20000"/>
        </a:spcBef>
        <a:spcAft>
          <a:spcPts val="54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080" kern="1200">
          <a:solidFill>
            <a:schemeClr val="tx2"/>
          </a:solidFill>
          <a:latin typeface="+mn-lt"/>
          <a:ea typeface="+mn-ea"/>
          <a:cs typeface="+mn-cs"/>
        </a:defRPr>
      </a:lvl6pPr>
      <a:lvl7pPr marL="1979951" indent="-205735" algn="l" defTabSz="411470" rtl="0" eaLnBrk="1" latinLnBrk="0" hangingPunct="1">
        <a:spcBef>
          <a:spcPct val="20000"/>
        </a:spcBef>
        <a:spcAft>
          <a:spcPts val="54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080" kern="1200">
          <a:solidFill>
            <a:schemeClr val="tx2"/>
          </a:solidFill>
          <a:latin typeface="+mn-lt"/>
          <a:ea typeface="+mn-ea"/>
          <a:cs typeface="+mn-cs"/>
        </a:defRPr>
      </a:lvl7pPr>
      <a:lvl8pPr marL="2249944" indent="-205735" algn="l" defTabSz="411470" rtl="0" eaLnBrk="1" latinLnBrk="0" hangingPunct="1">
        <a:spcBef>
          <a:spcPct val="20000"/>
        </a:spcBef>
        <a:spcAft>
          <a:spcPts val="54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080" kern="1200">
          <a:solidFill>
            <a:schemeClr val="tx2"/>
          </a:solidFill>
          <a:latin typeface="+mn-lt"/>
          <a:ea typeface="+mn-ea"/>
          <a:cs typeface="+mn-cs"/>
        </a:defRPr>
      </a:lvl8pPr>
      <a:lvl9pPr marL="2519937" indent="-205735" algn="l" defTabSz="411470" rtl="0" eaLnBrk="1" latinLnBrk="0" hangingPunct="1">
        <a:spcBef>
          <a:spcPct val="20000"/>
        </a:spcBef>
        <a:spcAft>
          <a:spcPts val="54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08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11470" rtl="0" eaLnBrk="1" latinLnBrk="0" hangingPunct="1">
        <a:defRPr sz="1620" kern="1200">
          <a:solidFill>
            <a:schemeClr val="tx1"/>
          </a:solidFill>
          <a:latin typeface="+mn-lt"/>
          <a:ea typeface="+mn-ea"/>
          <a:cs typeface="+mn-cs"/>
        </a:defRPr>
      </a:lvl1pPr>
      <a:lvl2pPr marL="411470" algn="l" defTabSz="411470" rtl="0" eaLnBrk="1" latinLnBrk="0" hangingPunct="1">
        <a:defRPr sz="1620" kern="1200">
          <a:solidFill>
            <a:schemeClr val="tx1"/>
          </a:solidFill>
          <a:latin typeface="+mn-lt"/>
          <a:ea typeface="+mn-ea"/>
          <a:cs typeface="+mn-cs"/>
        </a:defRPr>
      </a:lvl2pPr>
      <a:lvl3pPr marL="822939" algn="l" defTabSz="411470" rtl="0" eaLnBrk="1" latinLnBrk="0" hangingPunct="1">
        <a:defRPr sz="1620" kern="1200">
          <a:solidFill>
            <a:schemeClr val="tx1"/>
          </a:solidFill>
          <a:latin typeface="+mn-lt"/>
          <a:ea typeface="+mn-ea"/>
          <a:cs typeface="+mn-cs"/>
        </a:defRPr>
      </a:lvl3pPr>
      <a:lvl4pPr marL="1234409" algn="l" defTabSz="411470" rtl="0" eaLnBrk="1" latinLnBrk="0" hangingPunct="1">
        <a:defRPr sz="1620" kern="1200">
          <a:solidFill>
            <a:schemeClr val="tx1"/>
          </a:solidFill>
          <a:latin typeface="+mn-lt"/>
          <a:ea typeface="+mn-ea"/>
          <a:cs typeface="+mn-cs"/>
        </a:defRPr>
      </a:lvl4pPr>
      <a:lvl5pPr marL="1645879" algn="l" defTabSz="411470" rtl="0" eaLnBrk="1" latinLnBrk="0" hangingPunct="1">
        <a:defRPr sz="1620" kern="1200">
          <a:solidFill>
            <a:schemeClr val="tx1"/>
          </a:solidFill>
          <a:latin typeface="+mn-lt"/>
          <a:ea typeface="+mn-ea"/>
          <a:cs typeface="+mn-cs"/>
        </a:defRPr>
      </a:lvl5pPr>
      <a:lvl6pPr marL="2057349" algn="l" defTabSz="411470" rtl="0" eaLnBrk="1" latinLnBrk="0" hangingPunct="1">
        <a:defRPr sz="1620" kern="1200">
          <a:solidFill>
            <a:schemeClr val="tx1"/>
          </a:solidFill>
          <a:latin typeface="+mn-lt"/>
          <a:ea typeface="+mn-ea"/>
          <a:cs typeface="+mn-cs"/>
        </a:defRPr>
      </a:lvl6pPr>
      <a:lvl7pPr marL="2468818" algn="l" defTabSz="411470" rtl="0" eaLnBrk="1" latinLnBrk="0" hangingPunct="1">
        <a:defRPr sz="1620" kern="1200">
          <a:solidFill>
            <a:schemeClr val="tx1"/>
          </a:solidFill>
          <a:latin typeface="+mn-lt"/>
          <a:ea typeface="+mn-ea"/>
          <a:cs typeface="+mn-cs"/>
        </a:defRPr>
      </a:lvl7pPr>
      <a:lvl8pPr marL="2880288" algn="l" defTabSz="411470" rtl="0" eaLnBrk="1" latinLnBrk="0" hangingPunct="1">
        <a:defRPr sz="1620" kern="1200">
          <a:solidFill>
            <a:schemeClr val="tx1"/>
          </a:solidFill>
          <a:latin typeface="+mn-lt"/>
          <a:ea typeface="+mn-ea"/>
          <a:cs typeface="+mn-cs"/>
        </a:defRPr>
      </a:lvl8pPr>
      <a:lvl9pPr marL="3291758" algn="l" defTabSz="411470" rtl="0" eaLnBrk="1" latinLnBrk="0" hangingPunct="1">
        <a:defRPr sz="162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3" y="705124"/>
            <a:ext cx="11029616" cy="118955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3" y="2336003"/>
            <a:ext cx="11029616" cy="365204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2" y="6423915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11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8234BEC2-5A9D-42E1-9C16-1E9F257755B7}" type="datetime1">
              <a:rPr lang="en-US" smtClean="0"/>
              <a:t>9/17/2025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6423915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11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1" y="6423915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11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8042147" y="453643"/>
            <a:ext cx="3703320" cy="98555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1311300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hf hdr="0" ftr="0" dt="0"/>
  <p:txStyles>
    <p:titleStyle>
      <a:lvl1pPr algn="l" defTabSz="411470" rtl="0" eaLnBrk="1" latinLnBrk="0" hangingPunct="1">
        <a:lnSpc>
          <a:spcPct val="100000"/>
        </a:lnSpc>
        <a:spcBef>
          <a:spcPct val="0"/>
        </a:spcBef>
        <a:buNone/>
        <a:defRPr sz="2520" b="0" kern="1200" cap="all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75393" indent="-275393" algn="l" defTabSz="411470" rtl="0" eaLnBrk="1" latinLnBrk="0" hangingPunct="1">
        <a:lnSpc>
          <a:spcPct val="100000"/>
        </a:lnSpc>
        <a:spcBef>
          <a:spcPct val="20000"/>
        </a:spcBef>
        <a:spcAft>
          <a:spcPts val="54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62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566986" indent="-275393" algn="l" defTabSz="411470" rtl="0" eaLnBrk="1" latinLnBrk="0" hangingPunct="1">
        <a:lnSpc>
          <a:spcPct val="100000"/>
        </a:lnSpc>
        <a:spcBef>
          <a:spcPct val="20000"/>
        </a:spcBef>
        <a:spcAft>
          <a:spcPts val="54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44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809980" indent="-242994" algn="l" defTabSz="411470" rtl="0" eaLnBrk="1" latinLnBrk="0" hangingPunct="1">
        <a:lnSpc>
          <a:spcPct val="100000"/>
        </a:lnSpc>
        <a:spcBef>
          <a:spcPct val="20000"/>
        </a:spcBef>
        <a:spcAft>
          <a:spcPts val="54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26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117772" indent="-210595" algn="l" defTabSz="411470" rtl="0" eaLnBrk="1" latinLnBrk="0" hangingPunct="1">
        <a:lnSpc>
          <a:spcPct val="100000"/>
        </a:lnSpc>
        <a:spcBef>
          <a:spcPct val="20000"/>
        </a:spcBef>
        <a:spcAft>
          <a:spcPts val="54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08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441764" indent="-210595" algn="l" defTabSz="411470" rtl="0" eaLnBrk="1" latinLnBrk="0" hangingPunct="1">
        <a:lnSpc>
          <a:spcPct val="100000"/>
        </a:lnSpc>
        <a:spcBef>
          <a:spcPct val="20000"/>
        </a:spcBef>
        <a:spcAft>
          <a:spcPts val="54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08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709957" indent="-205735" algn="l" defTabSz="411470" rtl="0" eaLnBrk="1" latinLnBrk="0" hangingPunct="1">
        <a:spcBef>
          <a:spcPct val="20000"/>
        </a:spcBef>
        <a:spcAft>
          <a:spcPts val="54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080" kern="1200">
          <a:solidFill>
            <a:schemeClr val="tx2"/>
          </a:solidFill>
          <a:latin typeface="+mn-lt"/>
          <a:ea typeface="+mn-ea"/>
          <a:cs typeface="+mn-cs"/>
        </a:defRPr>
      </a:lvl6pPr>
      <a:lvl7pPr marL="1979951" indent="-205735" algn="l" defTabSz="411470" rtl="0" eaLnBrk="1" latinLnBrk="0" hangingPunct="1">
        <a:spcBef>
          <a:spcPct val="20000"/>
        </a:spcBef>
        <a:spcAft>
          <a:spcPts val="54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080" kern="1200">
          <a:solidFill>
            <a:schemeClr val="tx2"/>
          </a:solidFill>
          <a:latin typeface="+mn-lt"/>
          <a:ea typeface="+mn-ea"/>
          <a:cs typeface="+mn-cs"/>
        </a:defRPr>
      </a:lvl7pPr>
      <a:lvl8pPr marL="2249944" indent="-205735" algn="l" defTabSz="411470" rtl="0" eaLnBrk="1" latinLnBrk="0" hangingPunct="1">
        <a:spcBef>
          <a:spcPct val="20000"/>
        </a:spcBef>
        <a:spcAft>
          <a:spcPts val="54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080" kern="1200">
          <a:solidFill>
            <a:schemeClr val="tx2"/>
          </a:solidFill>
          <a:latin typeface="+mn-lt"/>
          <a:ea typeface="+mn-ea"/>
          <a:cs typeface="+mn-cs"/>
        </a:defRPr>
      </a:lvl8pPr>
      <a:lvl9pPr marL="2519937" indent="-205735" algn="l" defTabSz="411470" rtl="0" eaLnBrk="1" latinLnBrk="0" hangingPunct="1">
        <a:spcBef>
          <a:spcPct val="20000"/>
        </a:spcBef>
        <a:spcAft>
          <a:spcPts val="54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08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11470" rtl="0" eaLnBrk="1" latinLnBrk="0" hangingPunct="1">
        <a:defRPr sz="1620" kern="1200">
          <a:solidFill>
            <a:schemeClr val="tx1"/>
          </a:solidFill>
          <a:latin typeface="+mn-lt"/>
          <a:ea typeface="+mn-ea"/>
          <a:cs typeface="+mn-cs"/>
        </a:defRPr>
      </a:lvl1pPr>
      <a:lvl2pPr marL="411470" algn="l" defTabSz="411470" rtl="0" eaLnBrk="1" latinLnBrk="0" hangingPunct="1">
        <a:defRPr sz="1620" kern="1200">
          <a:solidFill>
            <a:schemeClr val="tx1"/>
          </a:solidFill>
          <a:latin typeface="+mn-lt"/>
          <a:ea typeface="+mn-ea"/>
          <a:cs typeface="+mn-cs"/>
        </a:defRPr>
      </a:lvl2pPr>
      <a:lvl3pPr marL="822939" algn="l" defTabSz="411470" rtl="0" eaLnBrk="1" latinLnBrk="0" hangingPunct="1">
        <a:defRPr sz="1620" kern="1200">
          <a:solidFill>
            <a:schemeClr val="tx1"/>
          </a:solidFill>
          <a:latin typeface="+mn-lt"/>
          <a:ea typeface="+mn-ea"/>
          <a:cs typeface="+mn-cs"/>
        </a:defRPr>
      </a:lvl3pPr>
      <a:lvl4pPr marL="1234409" algn="l" defTabSz="411470" rtl="0" eaLnBrk="1" latinLnBrk="0" hangingPunct="1">
        <a:defRPr sz="1620" kern="1200">
          <a:solidFill>
            <a:schemeClr val="tx1"/>
          </a:solidFill>
          <a:latin typeface="+mn-lt"/>
          <a:ea typeface="+mn-ea"/>
          <a:cs typeface="+mn-cs"/>
        </a:defRPr>
      </a:lvl4pPr>
      <a:lvl5pPr marL="1645879" algn="l" defTabSz="411470" rtl="0" eaLnBrk="1" latinLnBrk="0" hangingPunct="1">
        <a:defRPr sz="1620" kern="1200">
          <a:solidFill>
            <a:schemeClr val="tx1"/>
          </a:solidFill>
          <a:latin typeface="+mn-lt"/>
          <a:ea typeface="+mn-ea"/>
          <a:cs typeface="+mn-cs"/>
        </a:defRPr>
      </a:lvl5pPr>
      <a:lvl6pPr marL="2057349" algn="l" defTabSz="411470" rtl="0" eaLnBrk="1" latinLnBrk="0" hangingPunct="1">
        <a:defRPr sz="1620" kern="1200">
          <a:solidFill>
            <a:schemeClr val="tx1"/>
          </a:solidFill>
          <a:latin typeface="+mn-lt"/>
          <a:ea typeface="+mn-ea"/>
          <a:cs typeface="+mn-cs"/>
        </a:defRPr>
      </a:lvl6pPr>
      <a:lvl7pPr marL="2468818" algn="l" defTabSz="411470" rtl="0" eaLnBrk="1" latinLnBrk="0" hangingPunct="1">
        <a:defRPr sz="1620" kern="1200">
          <a:solidFill>
            <a:schemeClr val="tx1"/>
          </a:solidFill>
          <a:latin typeface="+mn-lt"/>
          <a:ea typeface="+mn-ea"/>
          <a:cs typeface="+mn-cs"/>
        </a:defRPr>
      </a:lvl7pPr>
      <a:lvl8pPr marL="2880288" algn="l" defTabSz="411470" rtl="0" eaLnBrk="1" latinLnBrk="0" hangingPunct="1">
        <a:defRPr sz="1620" kern="1200">
          <a:solidFill>
            <a:schemeClr val="tx1"/>
          </a:solidFill>
          <a:latin typeface="+mn-lt"/>
          <a:ea typeface="+mn-ea"/>
          <a:cs typeface="+mn-cs"/>
        </a:defRPr>
      </a:lvl8pPr>
      <a:lvl9pPr marL="3291758" algn="l" defTabSz="411470" rtl="0" eaLnBrk="1" latinLnBrk="0" hangingPunct="1">
        <a:defRPr sz="162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3" y="705124"/>
            <a:ext cx="11029616" cy="118955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3" y="2336003"/>
            <a:ext cx="11029616" cy="365204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2" y="6423915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11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ED291B17-9318-49DB-B28B-6E5994AE9581}" type="datetime1">
              <a:rPr lang="en-US" smtClean="0"/>
              <a:t>9/17/2025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6423915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11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1" y="6423915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11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8042147" y="453643"/>
            <a:ext cx="3703320" cy="98555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531426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  <p:sldLayoutId id="2147483708" r:id="rId12"/>
  </p:sldLayoutIdLst>
  <p:hf sldNum="0" hdr="0" ftr="0" dt="0"/>
  <p:txStyles>
    <p:titleStyle>
      <a:lvl1pPr algn="l" defTabSz="411470" rtl="0" eaLnBrk="1" latinLnBrk="0" hangingPunct="1">
        <a:lnSpc>
          <a:spcPct val="100000"/>
        </a:lnSpc>
        <a:spcBef>
          <a:spcPct val="0"/>
        </a:spcBef>
        <a:buNone/>
        <a:defRPr sz="2520" b="0" kern="1200" cap="all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75393" indent="-275393" algn="l" defTabSz="411470" rtl="0" eaLnBrk="1" latinLnBrk="0" hangingPunct="1">
        <a:lnSpc>
          <a:spcPct val="100000"/>
        </a:lnSpc>
        <a:spcBef>
          <a:spcPct val="20000"/>
        </a:spcBef>
        <a:spcAft>
          <a:spcPts val="54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62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566986" indent="-275393" algn="l" defTabSz="411470" rtl="0" eaLnBrk="1" latinLnBrk="0" hangingPunct="1">
        <a:lnSpc>
          <a:spcPct val="100000"/>
        </a:lnSpc>
        <a:spcBef>
          <a:spcPct val="20000"/>
        </a:spcBef>
        <a:spcAft>
          <a:spcPts val="54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44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809980" indent="-242994" algn="l" defTabSz="411470" rtl="0" eaLnBrk="1" latinLnBrk="0" hangingPunct="1">
        <a:lnSpc>
          <a:spcPct val="100000"/>
        </a:lnSpc>
        <a:spcBef>
          <a:spcPct val="20000"/>
        </a:spcBef>
        <a:spcAft>
          <a:spcPts val="54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26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117772" indent="-210595" algn="l" defTabSz="411470" rtl="0" eaLnBrk="1" latinLnBrk="0" hangingPunct="1">
        <a:lnSpc>
          <a:spcPct val="100000"/>
        </a:lnSpc>
        <a:spcBef>
          <a:spcPct val="20000"/>
        </a:spcBef>
        <a:spcAft>
          <a:spcPts val="54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08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441764" indent="-210595" algn="l" defTabSz="411470" rtl="0" eaLnBrk="1" latinLnBrk="0" hangingPunct="1">
        <a:lnSpc>
          <a:spcPct val="100000"/>
        </a:lnSpc>
        <a:spcBef>
          <a:spcPct val="20000"/>
        </a:spcBef>
        <a:spcAft>
          <a:spcPts val="54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08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709957" indent="-205735" algn="l" defTabSz="411470" rtl="0" eaLnBrk="1" latinLnBrk="0" hangingPunct="1">
        <a:spcBef>
          <a:spcPct val="20000"/>
        </a:spcBef>
        <a:spcAft>
          <a:spcPts val="54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080" kern="1200">
          <a:solidFill>
            <a:schemeClr val="tx2"/>
          </a:solidFill>
          <a:latin typeface="+mn-lt"/>
          <a:ea typeface="+mn-ea"/>
          <a:cs typeface="+mn-cs"/>
        </a:defRPr>
      </a:lvl6pPr>
      <a:lvl7pPr marL="1979951" indent="-205735" algn="l" defTabSz="411470" rtl="0" eaLnBrk="1" latinLnBrk="0" hangingPunct="1">
        <a:spcBef>
          <a:spcPct val="20000"/>
        </a:spcBef>
        <a:spcAft>
          <a:spcPts val="54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080" kern="1200">
          <a:solidFill>
            <a:schemeClr val="tx2"/>
          </a:solidFill>
          <a:latin typeface="+mn-lt"/>
          <a:ea typeface="+mn-ea"/>
          <a:cs typeface="+mn-cs"/>
        </a:defRPr>
      </a:lvl7pPr>
      <a:lvl8pPr marL="2249944" indent="-205735" algn="l" defTabSz="411470" rtl="0" eaLnBrk="1" latinLnBrk="0" hangingPunct="1">
        <a:spcBef>
          <a:spcPct val="20000"/>
        </a:spcBef>
        <a:spcAft>
          <a:spcPts val="54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080" kern="1200">
          <a:solidFill>
            <a:schemeClr val="tx2"/>
          </a:solidFill>
          <a:latin typeface="+mn-lt"/>
          <a:ea typeface="+mn-ea"/>
          <a:cs typeface="+mn-cs"/>
        </a:defRPr>
      </a:lvl8pPr>
      <a:lvl9pPr marL="2519937" indent="-205735" algn="l" defTabSz="411470" rtl="0" eaLnBrk="1" latinLnBrk="0" hangingPunct="1">
        <a:spcBef>
          <a:spcPct val="20000"/>
        </a:spcBef>
        <a:spcAft>
          <a:spcPts val="54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08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11470" rtl="0" eaLnBrk="1" latinLnBrk="0" hangingPunct="1">
        <a:defRPr sz="1620" kern="1200">
          <a:solidFill>
            <a:schemeClr val="tx1"/>
          </a:solidFill>
          <a:latin typeface="+mn-lt"/>
          <a:ea typeface="+mn-ea"/>
          <a:cs typeface="+mn-cs"/>
        </a:defRPr>
      </a:lvl1pPr>
      <a:lvl2pPr marL="411470" algn="l" defTabSz="411470" rtl="0" eaLnBrk="1" latinLnBrk="0" hangingPunct="1">
        <a:defRPr sz="1620" kern="1200">
          <a:solidFill>
            <a:schemeClr val="tx1"/>
          </a:solidFill>
          <a:latin typeface="+mn-lt"/>
          <a:ea typeface="+mn-ea"/>
          <a:cs typeface="+mn-cs"/>
        </a:defRPr>
      </a:lvl2pPr>
      <a:lvl3pPr marL="822939" algn="l" defTabSz="411470" rtl="0" eaLnBrk="1" latinLnBrk="0" hangingPunct="1">
        <a:defRPr sz="1620" kern="1200">
          <a:solidFill>
            <a:schemeClr val="tx1"/>
          </a:solidFill>
          <a:latin typeface="+mn-lt"/>
          <a:ea typeface="+mn-ea"/>
          <a:cs typeface="+mn-cs"/>
        </a:defRPr>
      </a:lvl3pPr>
      <a:lvl4pPr marL="1234409" algn="l" defTabSz="411470" rtl="0" eaLnBrk="1" latinLnBrk="0" hangingPunct="1">
        <a:defRPr sz="1620" kern="1200">
          <a:solidFill>
            <a:schemeClr val="tx1"/>
          </a:solidFill>
          <a:latin typeface="+mn-lt"/>
          <a:ea typeface="+mn-ea"/>
          <a:cs typeface="+mn-cs"/>
        </a:defRPr>
      </a:lvl4pPr>
      <a:lvl5pPr marL="1645879" algn="l" defTabSz="411470" rtl="0" eaLnBrk="1" latinLnBrk="0" hangingPunct="1">
        <a:defRPr sz="1620" kern="1200">
          <a:solidFill>
            <a:schemeClr val="tx1"/>
          </a:solidFill>
          <a:latin typeface="+mn-lt"/>
          <a:ea typeface="+mn-ea"/>
          <a:cs typeface="+mn-cs"/>
        </a:defRPr>
      </a:lvl5pPr>
      <a:lvl6pPr marL="2057349" algn="l" defTabSz="411470" rtl="0" eaLnBrk="1" latinLnBrk="0" hangingPunct="1">
        <a:defRPr sz="1620" kern="1200">
          <a:solidFill>
            <a:schemeClr val="tx1"/>
          </a:solidFill>
          <a:latin typeface="+mn-lt"/>
          <a:ea typeface="+mn-ea"/>
          <a:cs typeface="+mn-cs"/>
        </a:defRPr>
      </a:lvl6pPr>
      <a:lvl7pPr marL="2468818" algn="l" defTabSz="411470" rtl="0" eaLnBrk="1" latinLnBrk="0" hangingPunct="1">
        <a:defRPr sz="1620" kern="1200">
          <a:solidFill>
            <a:schemeClr val="tx1"/>
          </a:solidFill>
          <a:latin typeface="+mn-lt"/>
          <a:ea typeface="+mn-ea"/>
          <a:cs typeface="+mn-cs"/>
        </a:defRPr>
      </a:lvl7pPr>
      <a:lvl8pPr marL="2880288" algn="l" defTabSz="411470" rtl="0" eaLnBrk="1" latinLnBrk="0" hangingPunct="1">
        <a:defRPr sz="1620" kern="1200">
          <a:solidFill>
            <a:schemeClr val="tx1"/>
          </a:solidFill>
          <a:latin typeface="+mn-lt"/>
          <a:ea typeface="+mn-ea"/>
          <a:cs typeface="+mn-cs"/>
        </a:defRPr>
      </a:lvl8pPr>
      <a:lvl9pPr marL="3291758" algn="l" defTabSz="411470" rtl="0" eaLnBrk="1" latinLnBrk="0" hangingPunct="1">
        <a:defRPr sz="162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3" y="705124"/>
            <a:ext cx="11029616" cy="118955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3" y="2336003"/>
            <a:ext cx="11029616" cy="365204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2" y="6423915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11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ED291B17-9318-49DB-B28B-6E5994AE9581}" type="datetime1">
              <a:rPr lang="en-US" smtClean="0"/>
              <a:t>9/17/2025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6423915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11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1" y="6423915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11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8042147" y="453643"/>
            <a:ext cx="3703320" cy="98555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5566436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0" r:id="rId1"/>
    <p:sldLayoutId id="2147483711" r:id="rId2"/>
    <p:sldLayoutId id="2147483712" r:id="rId3"/>
    <p:sldLayoutId id="2147483713" r:id="rId4"/>
    <p:sldLayoutId id="2147483714" r:id="rId5"/>
    <p:sldLayoutId id="2147483715" r:id="rId6"/>
    <p:sldLayoutId id="2147483716" r:id="rId7"/>
    <p:sldLayoutId id="2147483717" r:id="rId8"/>
    <p:sldLayoutId id="2147483718" r:id="rId9"/>
    <p:sldLayoutId id="2147483719" r:id="rId10"/>
    <p:sldLayoutId id="2147483720" r:id="rId11"/>
    <p:sldLayoutId id="2147483721" r:id="rId12"/>
  </p:sldLayoutIdLst>
  <p:hf sldNum="0" hdr="0" ftr="0" dt="0"/>
  <p:txStyles>
    <p:titleStyle>
      <a:lvl1pPr algn="l" defTabSz="411470" rtl="0" eaLnBrk="1" latinLnBrk="0" hangingPunct="1">
        <a:lnSpc>
          <a:spcPct val="100000"/>
        </a:lnSpc>
        <a:spcBef>
          <a:spcPct val="0"/>
        </a:spcBef>
        <a:buNone/>
        <a:defRPr sz="2520" b="0" kern="1200" cap="all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75393" indent="-275393" algn="l" defTabSz="411470" rtl="0" eaLnBrk="1" latinLnBrk="0" hangingPunct="1">
        <a:lnSpc>
          <a:spcPct val="100000"/>
        </a:lnSpc>
        <a:spcBef>
          <a:spcPct val="20000"/>
        </a:spcBef>
        <a:spcAft>
          <a:spcPts val="54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62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566986" indent="-275393" algn="l" defTabSz="411470" rtl="0" eaLnBrk="1" latinLnBrk="0" hangingPunct="1">
        <a:lnSpc>
          <a:spcPct val="100000"/>
        </a:lnSpc>
        <a:spcBef>
          <a:spcPct val="20000"/>
        </a:spcBef>
        <a:spcAft>
          <a:spcPts val="54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44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809980" indent="-242994" algn="l" defTabSz="411470" rtl="0" eaLnBrk="1" latinLnBrk="0" hangingPunct="1">
        <a:lnSpc>
          <a:spcPct val="100000"/>
        </a:lnSpc>
        <a:spcBef>
          <a:spcPct val="20000"/>
        </a:spcBef>
        <a:spcAft>
          <a:spcPts val="54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26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117772" indent="-210595" algn="l" defTabSz="411470" rtl="0" eaLnBrk="1" latinLnBrk="0" hangingPunct="1">
        <a:lnSpc>
          <a:spcPct val="100000"/>
        </a:lnSpc>
        <a:spcBef>
          <a:spcPct val="20000"/>
        </a:spcBef>
        <a:spcAft>
          <a:spcPts val="54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08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441764" indent="-210595" algn="l" defTabSz="411470" rtl="0" eaLnBrk="1" latinLnBrk="0" hangingPunct="1">
        <a:lnSpc>
          <a:spcPct val="100000"/>
        </a:lnSpc>
        <a:spcBef>
          <a:spcPct val="20000"/>
        </a:spcBef>
        <a:spcAft>
          <a:spcPts val="54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08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709957" indent="-205735" algn="l" defTabSz="411470" rtl="0" eaLnBrk="1" latinLnBrk="0" hangingPunct="1">
        <a:spcBef>
          <a:spcPct val="20000"/>
        </a:spcBef>
        <a:spcAft>
          <a:spcPts val="54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080" kern="1200">
          <a:solidFill>
            <a:schemeClr val="tx2"/>
          </a:solidFill>
          <a:latin typeface="+mn-lt"/>
          <a:ea typeface="+mn-ea"/>
          <a:cs typeface="+mn-cs"/>
        </a:defRPr>
      </a:lvl6pPr>
      <a:lvl7pPr marL="1979951" indent="-205735" algn="l" defTabSz="411470" rtl="0" eaLnBrk="1" latinLnBrk="0" hangingPunct="1">
        <a:spcBef>
          <a:spcPct val="20000"/>
        </a:spcBef>
        <a:spcAft>
          <a:spcPts val="54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080" kern="1200">
          <a:solidFill>
            <a:schemeClr val="tx2"/>
          </a:solidFill>
          <a:latin typeface="+mn-lt"/>
          <a:ea typeface="+mn-ea"/>
          <a:cs typeface="+mn-cs"/>
        </a:defRPr>
      </a:lvl7pPr>
      <a:lvl8pPr marL="2249944" indent="-205735" algn="l" defTabSz="411470" rtl="0" eaLnBrk="1" latinLnBrk="0" hangingPunct="1">
        <a:spcBef>
          <a:spcPct val="20000"/>
        </a:spcBef>
        <a:spcAft>
          <a:spcPts val="54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080" kern="1200">
          <a:solidFill>
            <a:schemeClr val="tx2"/>
          </a:solidFill>
          <a:latin typeface="+mn-lt"/>
          <a:ea typeface="+mn-ea"/>
          <a:cs typeface="+mn-cs"/>
        </a:defRPr>
      </a:lvl8pPr>
      <a:lvl9pPr marL="2519937" indent="-205735" algn="l" defTabSz="411470" rtl="0" eaLnBrk="1" latinLnBrk="0" hangingPunct="1">
        <a:spcBef>
          <a:spcPct val="20000"/>
        </a:spcBef>
        <a:spcAft>
          <a:spcPts val="54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08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11470" rtl="0" eaLnBrk="1" latinLnBrk="0" hangingPunct="1">
        <a:defRPr sz="1620" kern="1200">
          <a:solidFill>
            <a:schemeClr val="tx1"/>
          </a:solidFill>
          <a:latin typeface="+mn-lt"/>
          <a:ea typeface="+mn-ea"/>
          <a:cs typeface="+mn-cs"/>
        </a:defRPr>
      </a:lvl1pPr>
      <a:lvl2pPr marL="411470" algn="l" defTabSz="411470" rtl="0" eaLnBrk="1" latinLnBrk="0" hangingPunct="1">
        <a:defRPr sz="1620" kern="1200">
          <a:solidFill>
            <a:schemeClr val="tx1"/>
          </a:solidFill>
          <a:latin typeface="+mn-lt"/>
          <a:ea typeface="+mn-ea"/>
          <a:cs typeface="+mn-cs"/>
        </a:defRPr>
      </a:lvl2pPr>
      <a:lvl3pPr marL="822939" algn="l" defTabSz="411470" rtl="0" eaLnBrk="1" latinLnBrk="0" hangingPunct="1">
        <a:defRPr sz="1620" kern="1200">
          <a:solidFill>
            <a:schemeClr val="tx1"/>
          </a:solidFill>
          <a:latin typeface="+mn-lt"/>
          <a:ea typeface="+mn-ea"/>
          <a:cs typeface="+mn-cs"/>
        </a:defRPr>
      </a:lvl3pPr>
      <a:lvl4pPr marL="1234409" algn="l" defTabSz="411470" rtl="0" eaLnBrk="1" latinLnBrk="0" hangingPunct="1">
        <a:defRPr sz="1620" kern="1200">
          <a:solidFill>
            <a:schemeClr val="tx1"/>
          </a:solidFill>
          <a:latin typeface="+mn-lt"/>
          <a:ea typeface="+mn-ea"/>
          <a:cs typeface="+mn-cs"/>
        </a:defRPr>
      </a:lvl4pPr>
      <a:lvl5pPr marL="1645879" algn="l" defTabSz="411470" rtl="0" eaLnBrk="1" latinLnBrk="0" hangingPunct="1">
        <a:defRPr sz="1620" kern="1200">
          <a:solidFill>
            <a:schemeClr val="tx1"/>
          </a:solidFill>
          <a:latin typeface="+mn-lt"/>
          <a:ea typeface="+mn-ea"/>
          <a:cs typeface="+mn-cs"/>
        </a:defRPr>
      </a:lvl5pPr>
      <a:lvl6pPr marL="2057349" algn="l" defTabSz="411470" rtl="0" eaLnBrk="1" latinLnBrk="0" hangingPunct="1">
        <a:defRPr sz="1620" kern="1200">
          <a:solidFill>
            <a:schemeClr val="tx1"/>
          </a:solidFill>
          <a:latin typeface="+mn-lt"/>
          <a:ea typeface="+mn-ea"/>
          <a:cs typeface="+mn-cs"/>
        </a:defRPr>
      </a:lvl6pPr>
      <a:lvl7pPr marL="2468818" algn="l" defTabSz="411470" rtl="0" eaLnBrk="1" latinLnBrk="0" hangingPunct="1">
        <a:defRPr sz="1620" kern="1200">
          <a:solidFill>
            <a:schemeClr val="tx1"/>
          </a:solidFill>
          <a:latin typeface="+mn-lt"/>
          <a:ea typeface="+mn-ea"/>
          <a:cs typeface="+mn-cs"/>
        </a:defRPr>
      </a:lvl7pPr>
      <a:lvl8pPr marL="2880288" algn="l" defTabSz="411470" rtl="0" eaLnBrk="1" latinLnBrk="0" hangingPunct="1">
        <a:defRPr sz="1620" kern="1200">
          <a:solidFill>
            <a:schemeClr val="tx1"/>
          </a:solidFill>
          <a:latin typeface="+mn-lt"/>
          <a:ea typeface="+mn-ea"/>
          <a:cs typeface="+mn-cs"/>
        </a:defRPr>
      </a:lvl8pPr>
      <a:lvl9pPr marL="3291758" algn="l" defTabSz="411470" rtl="0" eaLnBrk="1" latinLnBrk="0" hangingPunct="1">
        <a:defRPr sz="162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3" y="705124"/>
            <a:ext cx="11029616" cy="118955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3" y="2336003"/>
            <a:ext cx="11029616" cy="365204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2" y="6423915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11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ED291B17-9318-49DB-B28B-6E5994AE9581}" type="datetime1">
              <a:rPr lang="en-US" smtClean="0"/>
              <a:t>9/17/2025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6423915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11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1" y="6423915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11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8042147" y="453643"/>
            <a:ext cx="3703320" cy="98555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8191346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3" r:id="rId1"/>
    <p:sldLayoutId id="2147483724" r:id="rId2"/>
    <p:sldLayoutId id="2147483725" r:id="rId3"/>
    <p:sldLayoutId id="2147483726" r:id="rId4"/>
    <p:sldLayoutId id="2147483727" r:id="rId5"/>
    <p:sldLayoutId id="2147483728" r:id="rId6"/>
    <p:sldLayoutId id="2147483729" r:id="rId7"/>
    <p:sldLayoutId id="2147483730" r:id="rId8"/>
    <p:sldLayoutId id="2147483731" r:id="rId9"/>
    <p:sldLayoutId id="2147483732" r:id="rId10"/>
    <p:sldLayoutId id="2147483733" r:id="rId11"/>
  </p:sldLayoutIdLst>
  <p:hf sldNum="0" hdr="0" ftr="0" dt="0"/>
  <p:txStyles>
    <p:titleStyle>
      <a:lvl1pPr algn="l" defTabSz="411470" rtl="0" eaLnBrk="1" latinLnBrk="0" hangingPunct="1">
        <a:lnSpc>
          <a:spcPct val="100000"/>
        </a:lnSpc>
        <a:spcBef>
          <a:spcPct val="0"/>
        </a:spcBef>
        <a:buNone/>
        <a:defRPr sz="2520" b="0" kern="1200" cap="all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75393" indent="-275393" algn="l" defTabSz="411470" rtl="0" eaLnBrk="1" latinLnBrk="0" hangingPunct="1">
        <a:lnSpc>
          <a:spcPct val="100000"/>
        </a:lnSpc>
        <a:spcBef>
          <a:spcPct val="20000"/>
        </a:spcBef>
        <a:spcAft>
          <a:spcPts val="54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62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566986" indent="-275393" algn="l" defTabSz="411470" rtl="0" eaLnBrk="1" latinLnBrk="0" hangingPunct="1">
        <a:lnSpc>
          <a:spcPct val="100000"/>
        </a:lnSpc>
        <a:spcBef>
          <a:spcPct val="20000"/>
        </a:spcBef>
        <a:spcAft>
          <a:spcPts val="54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44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809980" indent="-242994" algn="l" defTabSz="411470" rtl="0" eaLnBrk="1" latinLnBrk="0" hangingPunct="1">
        <a:lnSpc>
          <a:spcPct val="100000"/>
        </a:lnSpc>
        <a:spcBef>
          <a:spcPct val="20000"/>
        </a:spcBef>
        <a:spcAft>
          <a:spcPts val="54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26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117772" indent="-210595" algn="l" defTabSz="411470" rtl="0" eaLnBrk="1" latinLnBrk="0" hangingPunct="1">
        <a:lnSpc>
          <a:spcPct val="100000"/>
        </a:lnSpc>
        <a:spcBef>
          <a:spcPct val="20000"/>
        </a:spcBef>
        <a:spcAft>
          <a:spcPts val="54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08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441764" indent="-210595" algn="l" defTabSz="411470" rtl="0" eaLnBrk="1" latinLnBrk="0" hangingPunct="1">
        <a:lnSpc>
          <a:spcPct val="100000"/>
        </a:lnSpc>
        <a:spcBef>
          <a:spcPct val="20000"/>
        </a:spcBef>
        <a:spcAft>
          <a:spcPts val="54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08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709957" indent="-205735" algn="l" defTabSz="411470" rtl="0" eaLnBrk="1" latinLnBrk="0" hangingPunct="1">
        <a:spcBef>
          <a:spcPct val="20000"/>
        </a:spcBef>
        <a:spcAft>
          <a:spcPts val="54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080" kern="1200">
          <a:solidFill>
            <a:schemeClr val="tx2"/>
          </a:solidFill>
          <a:latin typeface="+mn-lt"/>
          <a:ea typeface="+mn-ea"/>
          <a:cs typeface="+mn-cs"/>
        </a:defRPr>
      </a:lvl6pPr>
      <a:lvl7pPr marL="1979951" indent="-205735" algn="l" defTabSz="411470" rtl="0" eaLnBrk="1" latinLnBrk="0" hangingPunct="1">
        <a:spcBef>
          <a:spcPct val="20000"/>
        </a:spcBef>
        <a:spcAft>
          <a:spcPts val="54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080" kern="1200">
          <a:solidFill>
            <a:schemeClr val="tx2"/>
          </a:solidFill>
          <a:latin typeface="+mn-lt"/>
          <a:ea typeface="+mn-ea"/>
          <a:cs typeface="+mn-cs"/>
        </a:defRPr>
      </a:lvl7pPr>
      <a:lvl8pPr marL="2249944" indent="-205735" algn="l" defTabSz="411470" rtl="0" eaLnBrk="1" latinLnBrk="0" hangingPunct="1">
        <a:spcBef>
          <a:spcPct val="20000"/>
        </a:spcBef>
        <a:spcAft>
          <a:spcPts val="54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080" kern="1200">
          <a:solidFill>
            <a:schemeClr val="tx2"/>
          </a:solidFill>
          <a:latin typeface="+mn-lt"/>
          <a:ea typeface="+mn-ea"/>
          <a:cs typeface="+mn-cs"/>
        </a:defRPr>
      </a:lvl8pPr>
      <a:lvl9pPr marL="2519937" indent="-205735" algn="l" defTabSz="411470" rtl="0" eaLnBrk="1" latinLnBrk="0" hangingPunct="1">
        <a:spcBef>
          <a:spcPct val="20000"/>
        </a:spcBef>
        <a:spcAft>
          <a:spcPts val="54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08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11470" rtl="0" eaLnBrk="1" latinLnBrk="0" hangingPunct="1">
        <a:defRPr sz="1620" kern="1200">
          <a:solidFill>
            <a:schemeClr val="tx1"/>
          </a:solidFill>
          <a:latin typeface="+mn-lt"/>
          <a:ea typeface="+mn-ea"/>
          <a:cs typeface="+mn-cs"/>
        </a:defRPr>
      </a:lvl1pPr>
      <a:lvl2pPr marL="411470" algn="l" defTabSz="411470" rtl="0" eaLnBrk="1" latinLnBrk="0" hangingPunct="1">
        <a:defRPr sz="1620" kern="1200">
          <a:solidFill>
            <a:schemeClr val="tx1"/>
          </a:solidFill>
          <a:latin typeface="+mn-lt"/>
          <a:ea typeface="+mn-ea"/>
          <a:cs typeface="+mn-cs"/>
        </a:defRPr>
      </a:lvl2pPr>
      <a:lvl3pPr marL="822939" algn="l" defTabSz="411470" rtl="0" eaLnBrk="1" latinLnBrk="0" hangingPunct="1">
        <a:defRPr sz="1620" kern="1200">
          <a:solidFill>
            <a:schemeClr val="tx1"/>
          </a:solidFill>
          <a:latin typeface="+mn-lt"/>
          <a:ea typeface="+mn-ea"/>
          <a:cs typeface="+mn-cs"/>
        </a:defRPr>
      </a:lvl3pPr>
      <a:lvl4pPr marL="1234409" algn="l" defTabSz="411470" rtl="0" eaLnBrk="1" latinLnBrk="0" hangingPunct="1">
        <a:defRPr sz="1620" kern="1200">
          <a:solidFill>
            <a:schemeClr val="tx1"/>
          </a:solidFill>
          <a:latin typeface="+mn-lt"/>
          <a:ea typeface="+mn-ea"/>
          <a:cs typeface="+mn-cs"/>
        </a:defRPr>
      </a:lvl4pPr>
      <a:lvl5pPr marL="1645879" algn="l" defTabSz="411470" rtl="0" eaLnBrk="1" latinLnBrk="0" hangingPunct="1">
        <a:defRPr sz="1620" kern="1200">
          <a:solidFill>
            <a:schemeClr val="tx1"/>
          </a:solidFill>
          <a:latin typeface="+mn-lt"/>
          <a:ea typeface="+mn-ea"/>
          <a:cs typeface="+mn-cs"/>
        </a:defRPr>
      </a:lvl5pPr>
      <a:lvl6pPr marL="2057349" algn="l" defTabSz="411470" rtl="0" eaLnBrk="1" latinLnBrk="0" hangingPunct="1">
        <a:defRPr sz="1620" kern="1200">
          <a:solidFill>
            <a:schemeClr val="tx1"/>
          </a:solidFill>
          <a:latin typeface="+mn-lt"/>
          <a:ea typeface="+mn-ea"/>
          <a:cs typeface="+mn-cs"/>
        </a:defRPr>
      </a:lvl6pPr>
      <a:lvl7pPr marL="2468818" algn="l" defTabSz="411470" rtl="0" eaLnBrk="1" latinLnBrk="0" hangingPunct="1">
        <a:defRPr sz="1620" kern="1200">
          <a:solidFill>
            <a:schemeClr val="tx1"/>
          </a:solidFill>
          <a:latin typeface="+mn-lt"/>
          <a:ea typeface="+mn-ea"/>
          <a:cs typeface="+mn-cs"/>
        </a:defRPr>
      </a:lvl7pPr>
      <a:lvl8pPr marL="2880288" algn="l" defTabSz="411470" rtl="0" eaLnBrk="1" latinLnBrk="0" hangingPunct="1">
        <a:defRPr sz="1620" kern="1200">
          <a:solidFill>
            <a:schemeClr val="tx1"/>
          </a:solidFill>
          <a:latin typeface="+mn-lt"/>
          <a:ea typeface="+mn-ea"/>
          <a:cs typeface="+mn-cs"/>
        </a:defRPr>
      </a:lvl8pPr>
      <a:lvl9pPr marL="3291758" algn="l" defTabSz="411470" rtl="0" eaLnBrk="1" latinLnBrk="0" hangingPunct="1">
        <a:defRPr sz="162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3" y="705124"/>
            <a:ext cx="11029616" cy="118955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3" y="2336003"/>
            <a:ext cx="11029616" cy="365204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2" y="6423915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11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ED291B17-9318-49DB-B28B-6E5994AE9581}" type="datetime1">
              <a:rPr lang="en-US" smtClean="0"/>
              <a:t>9/17/2025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6423915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11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1" y="6423915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11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8042147" y="453643"/>
            <a:ext cx="3703320" cy="98555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8449070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5" r:id="rId1"/>
    <p:sldLayoutId id="2147483736" r:id="rId2"/>
    <p:sldLayoutId id="2147483737" r:id="rId3"/>
    <p:sldLayoutId id="2147483738" r:id="rId4"/>
    <p:sldLayoutId id="2147483739" r:id="rId5"/>
    <p:sldLayoutId id="2147483740" r:id="rId6"/>
    <p:sldLayoutId id="2147483741" r:id="rId7"/>
    <p:sldLayoutId id="2147483742" r:id="rId8"/>
    <p:sldLayoutId id="2147483743" r:id="rId9"/>
    <p:sldLayoutId id="2147483744" r:id="rId10"/>
    <p:sldLayoutId id="2147483745" r:id="rId11"/>
    <p:sldLayoutId id="2147483746" r:id="rId12"/>
  </p:sldLayoutIdLst>
  <p:hf sldNum="0" hdr="0" ftr="0" dt="0"/>
  <p:txStyles>
    <p:titleStyle>
      <a:lvl1pPr algn="l" defTabSz="411470" rtl="0" eaLnBrk="1" latinLnBrk="0" hangingPunct="1">
        <a:lnSpc>
          <a:spcPct val="100000"/>
        </a:lnSpc>
        <a:spcBef>
          <a:spcPct val="0"/>
        </a:spcBef>
        <a:buNone/>
        <a:defRPr sz="2520" b="0" kern="1200" cap="all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75393" indent="-275393" algn="l" defTabSz="411470" rtl="0" eaLnBrk="1" latinLnBrk="0" hangingPunct="1">
        <a:lnSpc>
          <a:spcPct val="100000"/>
        </a:lnSpc>
        <a:spcBef>
          <a:spcPct val="20000"/>
        </a:spcBef>
        <a:spcAft>
          <a:spcPts val="54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62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566986" indent="-275393" algn="l" defTabSz="411470" rtl="0" eaLnBrk="1" latinLnBrk="0" hangingPunct="1">
        <a:lnSpc>
          <a:spcPct val="100000"/>
        </a:lnSpc>
        <a:spcBef>
          <a:spcPct val="20000"/>
        </a:spcBef>
        <a:spcAft>
          <a:spcPts val="54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44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809980" indent="-242994" algn="l" defTabSz="411470" rtl="0" eaLnBrk="1" latinLnBrk="0" hangingPunct="1">
        <a:lnSpc>
          <a:spcPct val="100000"/>
        </a:lnSpc>
        <a:spcBef>
          <a:spcPct val="20000"/>
        </a:spcBef>
        <a:spcAft>
          <a:spcPts val="54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26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117772" indent="-210595" algn="l" defTabSz="411470" rtl="0" eaLnBrk="1" latinLnBrk="0" hangingPunct="1">
        <a:lnSpc>
          <a:spcPct val="100000"/>
        </a:lnSpc>
        <a:spcBef>
          <a:spcPct val="20000"/>
        </a:spcBef>
        <a:spcAft>
          <a:spcPts val="54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08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441764" indent="-210595" algn="l" defTabSz="411470" rtl="0" eaLnBrk="1" latinLnBrk="0" hangingPunct="1">
        <a:lnSpc>
          <a:spcPct val="100000"/>
        </a:lnSpc>
        <a:spcBef>
          <a:spcPct val="20000"/>
        </a:spcBef>
        <a:spcAft>
          <a:spcPts val="54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08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709957" indent="-205735" algn="l" defTabSz="411470" rtl="0" eaLnBrk="1" latinLnBrk="0" hangingPunct="1">
        <a:spcBef>
          <a:spcPct val="20000"/>
        </a:spcBef>
        <a:spcAft>
          <a:spcPts val="54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080" kern="1200">
          <a:solidFill>
            <a:schemeClr val="tx2"/>
          </a:solidFill>
          <a:latin typeface="+mn-lt"/>
          <a:ea typeface="+mn-ea"/>
          <a:cs typeface="+mn-cs"/>
        </a:defRPr>
      </a:lvl6pPr>
      <a:lvl7pPr marL="1979951" indent="-205735" algn="l" defTabSz="411470" rtl="0" eaLnBrk="1" latinLnBrk="0" hangingPunct="1">
        <a:spcBef>
          <a:spcPct val="20000"/>
        </a:spcBef>
        <a:spcAft>
          <a:spcPts val="54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080" kern="1200">
          <a:solidFill>
            <a:schemeClr val="tx2"/>
          </a:solidFill>
          <a:latin typeface="+mn-lt"/>
          <a:ea typeface="+mn-ea"/>
          <a:cs typeface="+mn-cs"/>
        </a:defRPr>
      </a:lvl7pPr>
      <a:lvl8pPr marL="2249944" indent="-205735" algn="l" defTabSz="411470" rtl="0" eaLnBrk="1" latinLnBrk="0" hangingPunct="1">
        <a:spcBef>
          <a:spcPct val="20000"/>
        </a:spcBef>
        <a:spcAft>
          <a:spcPts val="54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080" kern="1200">
          <a:solidFill>
            <a:schemeClr val="tx2"/>
          </a:solidFill>
          <a:latin typeface="+mn-lt"/>
          <a:ea typeface="+mn-ea"/>
          <a:cs typeface="+mn-cs"/>
        </a:defRPr>
      </a:lvl8pPr>
      <a:lvl9pPr marL="2519937" indent="-205735" algn="l" defTabSz="411470" rtl="0" eaLnBrk="1" latinLnBrk="0" hangingPunct="1">
        <a:spcBef>
          <a:spcPct val="20000"/>
        </a:spcBef>
        <a:spcAft>
          <a:spcPts val="54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08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11470" rtl="0" eaLnBrk="1" latinLnBrk="0" hangingPunct="1">
        <a:defRPr sz="1620" kern="1200">
          <a:solidFill>
            <a:schemeClr val="tx1"/>
          </a:solidFill>
          <a:latin typeface="+mn-lt"/>
          <a:ea typeface="+mn-ea"/>
          <a:cs typeface="+mn-cs"/>
        </a:defRPr>
      </a:lvl1pPr>
      <a:lvl2pPr marL="411470" algn="l" defTabSz="411470" rtl="0" eaLnBrk="1" latinLnBrk="0" hangingPunct="1">
        <a:defRPr sz="1620" kern="1200">
          <a:solidFill>
            <a:schemeClr val="tx1"/>
          </a:solidFill>
          <a:latin typeface="+mn-lt"/>
          <a:ea typeface="+mn-ea"/>
          <a:cs typeface="+mn-cs"/>
        </a:defRPr>
      </a:lvl2pPr>
      <a:lvl3pPr marL="822939" algn="l" defTabSz="411470" rtl="0" eaLnBrk="1" latinLnBrk="0" hangingPunct="1">
        <a:defRPr sz="1620" kern="1200">
          <a:solidFill>
            <a:schemeClr val="tx1"/>
          </a:solidFill>
          <a:latin typeface="+mn-lt"/>
          <a:ea typeface="+mn-ea"/>
          <a:cs typeface="+mn-cs"/>
        </a:defRPr>
      </a:lvl3pPr>
      <a:lvl4pPr marL="1234409" algn="l" defTabSz="411470" rtl="0" eaLnBrk="1" latinLnBrk="0" hangingPunct="1">
        <a:defRPr sz="1620" kern="1200">
          <a:solidFill>
            <a:schemeClr val="tx1"/>
          </a:solidFill>
          <a:latin typeface="+mn-lt"/>
          <a:ea typeface="+mn-ea"/>
          <a:cs typeface="+mn-cs"/>
        </a:defRPr>
      </a:lvl4pPr>
      <a:lvl5pPr marL="1645879" algn="l" defTabSz="411470" rtl="0" eaLnBrk="1" latinLnBrk="0" hangingPunct="1">
        <a:defRPr sz="1620" kern="1200">
          <a:solidFill>
            <a:schemeClr val="tx1"/>
          </a:solidFill>
          <a:latin typeface="+mn-lt"/>
          <a:ea typeface="+mn-ea"/>
          <a:cs typeface="+mn-cs"/>
        </a:defRPr>
      </a:lvl5pPr>
      <a:lvl6pPr marL="2057349" algn="l" defTabSz="411470" rtl="0" eaLnBrk="1" latinLnBrk="0" hangingPunct="1">
        <a:defRPr sz="1620" kern="1200">
          <a:solidFill>
            <a:schemeClr val="tx1"/>
          </a:solidFill>
          <a:latin typeface="+mn-lt"/>
          <a:ea typeface="+mn-ea"/>
          <a:cs typeface="+mn-cs"/>
        </a:defRPr>
      </a:lvl6pPr>
      <a:lvl7pPr marL="2468818" algn="l" defTabSz="411470" rtl="0" eaLnBrk="1" latinLnBrk="0" hangingPunct="1">
        <a:defRPr sz="1620" kern="1200">
          <a:solidFill>
            <a:schemeClr val="tx1"/>
          </a:solidFill>
          <a:latin typeface="+mn-lt"/>
          <a:ea typeface="+mn-ea"/>
          <a:cs typeface="+mn-cs"/>
        </a:defRPr>
      </a:lvl7pPr>
      <a:lvl8pPr marL="2880288" algn="l" defTabSz="411470" rtl="0" eaLnBrk="1" latinLnBrk="0" hangingPunct="1">
        <a:defRPr sz="1620" kern="1200">
          <a:solidFill>
            <a:schemeClr val="tx1"/>
          </a:solidFill>
          <a:latin typeface="+mn-lt"/>
          <a:ea typeface="+mn-ea"/>
          <a:cs typeface="+mn-cs"/>
        </a:defRPr>
      </a:lvl8pPr>
      <a:lvl9pPr marL="3291758" algn="l" defTabSz="411470" rtl="0" eaLnBrk="1" latinLnBrk="0" hangingPunct="1">
        <a:defRPr sz="162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58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0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0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0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0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0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0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E6C8E6EB-4C59-429B-97E4-72A058CFC4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zh-CN" alt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5B90362-AFCC-46A9-B41C-A257A8C5B3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zh-CN" alt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71EF7F1-38BA-471D-8CD4-2A9AE8E355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zh-CN" altLang="en-US"/>
          </a:p>
        </p:txBody>
      </p:sp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FAAAB002-E48E-4009-828A-511F7A8280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 colorful background with waves&#10;&#10;Description automatically generated with medium confidence">
            <a:extLst>
              <a:ext uri="{FF2B5EF4-FFF2-40B4-BE49-F238E27FC236}">
                <a16:creationId xmlns:a16="http://schemas.microsoft.com/office/drawing/2014/main" id="{1734BD9E-DDD5-C150-8BA0-0B1B13AE068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9192" b="9091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26" name="Rectangle 25">
            <a:extLst>
              <a:ext uri="{FF2B5EF4-FFF2-40B4-BE49-F238E27FC236}">
                <a16:creationId xmlns:a16="http://schemas.microsoft.com/office/drawing/2014/main" id="{97EF55D5-23F0-4398-B16B-AEF5778C30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38067" y="423123"/>
            <a:ext cx="4216219" cy="9499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FDF32581-CAA1-43C6-8532-DC56C8435C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38067" y="601200"/>
            <a:ext cx="4214869" cy="5757055"/>
          </a:xfrm>
          <a:prstGeom prst="rect">
            <a:avLst/>
          </a:prstGeom>
          <a:solidFill>
            <a:srgbClr val="465359">
              <a:alpha val="97000"/>
            </a:srgbClr>
          </a:solidFill>
          <a:ln w="635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E3439C-E1CA-A039-1552-7B23AB7007A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1540" y="1131195"/>
            <a:ext cx="3730810" cy="124793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defTabSz="457200">
              <a:lnSpc>
                <a:spcPct val="90000"/>
              </a:lnSpc>
            </a:pPr>
            <a:r>
              <a:rPr lang="en-US" sz="1600" b="0" kern="1200" cap="all">
                <a:solidFill>
                  <a:srgbClr val="FFFFFF"/>
                </a:solidFill>
                <a:latin typeface="+mj-lt"/>
                <a:ea typeface="+mj-ea"/>
                <a:cs typeface="+mj-cs"/>
              </a:rPr>
              <a:t>WEEK 05 </a:t>
            </a:r>
            <a:br>
              <a:rPr lang="en-US" sz="1600" b="0" kern="1200" cap="all">
                <a:solidFill>
                  <a:srgbClr val="FFFFFF"/>
                </a:solidFill>
                <a:latin typeface="+mj-lt"/>
                <a:ea typeface="+mj-ea"/>
                <a:cs typeface="+mj-cs"/>
              </a:rPr>
            </a:br>
            <a:r>
              <a:rPr lang="en-US" altLang="zh-CN" sz="1600" b="0" kern="1200" cap="all">
                <a:solidFill>
                  <a:srgbClr val="FFFFFF"/>
                </a:solidFill>
                <a:latin typeface="+mj-lt"/>
                <a:ea typeface="+mj-ea"/>
                <a:cs typeface="+mj-cs"/>
              </a:rPr>
              <a:t>attribute and </a:t>
            </a:r>
            <a:br>
              <a:rPr lang="en-US" altLang="zh-CN" sz="1600" b="0" kern="1200" cap="all">
                <a:solidFill>
                  <a:srgbClr val="FFFFFF"/>
                </a:solidFill>
                <a:latin typeface="+mj-lt"/>
                <a:ea typeface="+mj-ea"/>
                <a:cs typeface="+mj-cs"/>
              </a:rPr>
            </a:br>
            <a:r>
              <a:rPr lang="en-US" altLang="zh-CN" sz="1600" b="0" kern="1200" cap="all">
                <a:solidFill>
                  <a:srgbClr val="FFFFFF"/>
                </a:solidFill>
                <a:latin typeface="+mj-lt"/>
                <a:ea typeface="+mj-ea"/>
                <a:cs typeface="+mj-cs"/>
              </a:rPr>
              <a:t>geodatabase</a:t>
            </a:r>
            <a:br>
              <a:rPr lang="en-US" sz="1600" b="0" kern="1200" cap="all">
                <a:solidFill>
                  <a:srgbClr val="FFFFFF"/>
                </a:solidFill>
                <a:latin typeface="+mj-lt"/>
                <a:ea typeface="+mj-ea"/>
                <a:cs typeface="+mj-cs"/>
              </a:rPr>
            </a:br>
            <a:br>
              <a:rPr lang="en-US" sz="1600" b="0" kern="1200" cap="all">
                <a:solidFill>
                  <a:srgbClr val="FFFFFF"/>
                </a:solidFill>
                <a:latin typeface="+mj-lt"/>
                <a:ea typeface="+mj-ea"/>
                <a:cs typeface="+mj-cs"/>
              </a:rPr>
            </a:br>
            <a:r>
              <a:rPr lang="en-US" sz="1600" b="0" kern="1200" cap="all">
                <a:solidFill>
                  <a:srgbClr val="FFFFFF"/>
                </a:solidFill>
                <a:latin typeface="+mj-lt"/>
                <a:ea typeface="+mj-ea"/>
                <a:cs typeface="+mj-cs"/>
              </a:rPr>
              <a:t>lecture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8D6AEC8-AD7D-2F2A-F638-325ACB8C9D6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78531" y="2438399"/>
            <a:ext cx="3730810" cy="3505201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defTabSz="457200">
              <a:spcAft>
                <a:spcPts val="600"/>
              </a:spcAft>
              <a:buFont typeface="Wingdings 2" panose="05020102010507070707" pitchFamily="18" charset="2"/>
              <a:buChar char=""/>
            </a:pPr>
            <a:r>
              <a:rPr lang="en-US">
                <a:solidFill>
                  <a:srgbClr val="FFFFFF"/>
                </a:solidFill>
              </a:rPr>
              <a:t>Instructor: Yanan Wu</a:t>
            </a:r>
          </a:p>
          <a:p>
            <a:pPr defTabSz="457200">
              <a:spcAft>
                <a:spcPts val="600"/>
              </a:spcAft>
              <a:buFont typeface="Wingdings 2" panose="05020102010507070707" pitchFamily="18" charset="2"/>
              <a:buChar char=""/>
            </a:pPr>
            <a:r>
              <a:rPr lang="en-US">
                <a:solidFill>
                  <a:srgbClr val="FFFFFF"/>
                </a:solidFill>
              </a:rPr>
              <a:t> </a:t>
            </a:r>
          </a:p>
          <a:p>
            <a:pPr defTabSz="457200">
              <a:spcAft>
                <a:spcPts val="600"/>
              </a:spcAft>
              <a:buFont typeface="Wingdings 2" panose="05020102010507070707" pitchFamily="18" charset="2"/>
              <a:buChar char=""/>
            </a:pPr>
            <a:r>
              <a:rPr lang="en-US">
                <a:solidFill>
                  <a:srgbClr val="FFFFFF"/>
                </a:solidFill>
              </a:rPr>
              <a:t>fALL 2025</a:t>
            </a:r>
          </a:p>
          <a:p>
            <a:pPr defTabSz="457200">
              <a:spcAft>
                <a:spcPts val="600"/>
              </a:spcAft>
              <a:buFont typeface="Wingdings 2" panose="05020102010507070707" pitchFamily="18" charset="2"/>
              <a:buChar char=""/>
            </a:pPr>
            <a:endParaRPr lang="en-US">
              <a:solidFill>
                <a:srgbClr val="FFFFFF"/>
              </a:solidFill>
            </a:endParaRPr>
          </a:p>
          <a:p>
            <a:pPr defTabSz="457200">
              <a:spcAft>
                <a:spcPts val="600"/>
              </a:spcAft>
              <a:buFont typeface="Wingdings 2" panose="05020102010507070707" pitchFamily="18" charset="2"/>
              <a:buChar char=""/>
            </a:pPr>
            <a:endParaRPr lang="en-US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3913013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Rectangle 54">
            <a:extLst>
              <a:ext uri="{FF2B5EF4-FFF2-40B4-BE49-F238E27FC236}">
                <a16:creationId xmlns:a16="http://schemas.microsoft.com/office/drawing/2014/main" id="{DCF4EB5C-ED25-4675-8255-2F5B12CFFC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zh-CN" altLang="en-US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9514EC6E-A557-42A2-BCDC-3ABFFC5E56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zh-CN" alt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905482C9-EB42-4BFE-95BF-7FD661F076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zh-CN" alt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7539E646-A625-4A26-86ED-BD90EDD329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3085764"/>
            <a:ext cx="11298932" cy="3338149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zh-CN" altLang="en-US"/>
          </a:p>
        </p:txBody>
      </p:sp>
      <p:sp useBgFill="1">
        <p:nvSpPr>
          <p:cNvPr id="63" name="Rectangle 62">
            <a:extLst>
              <a:ext uri="{FF2B5EF4-FFF2-40B4-BE49-F238E27FC236}">
                <a16:creationId xmlns:a16="http://schemas.microsoft.com/office/drawing/2014/main" id="{39171204-6A50-40E1-B631-84CEDFC939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06C973F6-5187-412F-AACC-6E3FF8A6A1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09628" y="496959"/>
            <a:ext cx="1106164" cy="5859735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zh-CN" altLang="en-US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D11AE14F-1B7E-41E6-B579-2F71D13503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712856" y="496958"/>
            <a:ext cx="9961047" cy="367807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zh-CN" alt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778BAB5-C1DE-8DAD-E76F-BECA6F24C1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93715" y="708498"/>
            <a:ext cx="7574507" cy="333005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defTabSz="457200"/>
            <a:r>
              <a:rPr lang="en-US" sz="6000" b="0" kern="1200" cap="all">
                <a:solidFill>
                  <a:srgbClr val="FFFFFF"/>
                </a:solidFill>
                <a:latin typeface="+mj-lt"/>
                <a:ea typeface="+mj-ea"/>
                <a:cs typeface="+mj-cs"/>
              </a:rPr>
              <a:t>5.1 </a:t>
            </a:r>
            <a:br>
              <a:rPr lang="en-US" sz="6000" b="0" kern="1200" cap="all">
                <a:solidFill>
                  <a:srgbClr val="FFFFFF"/>
                </a:solidFill>
                <a:latin typeface="+mj-lt"/>
                <a:ea typeface="+mj-ea"/>
                <a:cs typeface="+mj-cs"/>
              </a:rPr>
            </a:br>
            <a:r>
              <a:rPr lang="en-US" sz="6000" b="0" kern="1200" cap="all">
                <a:solidFill>
                  <a:srgbClr val="FFFFFF"/>
                </a:solidFill>
                <a:latin typeface="+mj-lt"/>
                <a:ea typeface="+mj-ea"/>
                <a:cs typeface="+mj-cs"/>
              </a:rPr>
              <a:t>Attribute table</a:t>
            </a: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752BB805-F7B7-4B80-A1C5-385D4DAF74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712789" y="4284212"/>
            <a:ext cx="9961115" cy="2072481"/>
          </a:xfrm>
          <a:prstGeom prst="rect">
            <a:avLst/>
          </a:prstGeom>
          <a:solidFill>
            <a:srgbClr val="6C7781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395176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8B3F76-666B-AEB2-D381-65728CEAEB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2047" y="1703199"/>
            <a:ext cx="3853649" cy="2313432"/>
          </a:xfrm>
        </p:spPr>
        <p:txBody>
          <a:bodyPr>
            <a:normAutofit/>
          </a:bodyPr>
          <a:lstStyle/>
          <a:p>
            <a:r>
              <a:rPr lang="en-US" altLang="zh-CN" b="1" dirty="0"/>
              <a:t>Question 1. How many layers are included on this map excepting the background layers of World Topographic Map and World </a:t>
            </a:r>
            <a:r>
              <a:rPr lang="en-US" altLang="zh-CN" b="1" dirty="0" err="1"/>
              <a:t>Hillshade</a:t>
            </a:r>
            <a:r>
              <a:rPr lang="en-US" altLang="zh-CN" b="1" dirty="0"/>
              <a:t>? (5 Points) </a:t>
            </a:r>
            <a:endParaRPr lang="zh-CN" altLang="zh-CN" b="1" dirty="0"/>
          </a:p>
          <a:p>
            <a:r>
              <a:rPr lang="en-US" altLang="zh-CN" b="1" dirty="0"/>
              <a:t>Answer 1:</a:t>
            </a:r>
            <a:r>
              <a:rPr lang="en-US" altLang="zh-CN" dirty="0"/>
              <a:t> 8</a:t>
            </a:r>
            <a:endParaRPr lang="zh-CN" altLang="zh-CN" dirty="0"/>
          </a:p>
          <a:p>
            <a:endParaRPr lang="zh-CN" alt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A42F9EE-3757-1D85-8DC0-EB62ACCF40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67938" y="793701"/>
            <a:ext cx="5752015" cy="5797927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3596FA6F-5733-0F95-E736-160AF2C4F3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777" y="618034"/>
            <a:ext cx="11029616" cy="477420"/>
          </a:xfrm>
        </p:spPr>
        <p:txBody>
          <a:bodyPr/>
          <a:lstStyle/>
          <a:p>
            <a:r>
              <a:rPr lang="en-US" altLang="zh-CN" dirty="0"/>
              <a:t>Lab 01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8685536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8E9837-D9D6-9869-DFD8-E7FDE3ED4C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3" y="702156"/>
            <a:ext cx="11029616" cy="495708"/>
          </a:xfrm>
        </p:spPr>
        <p:txBody>
          <a:bodyPr/>
          <a:lstStyle/>
          <a:p>
            <a:r>
              <a:rPr lang="en-US" altLang="zh-CN" dirty="0"/>
              <a:t>Lab 02</a:t>
            </a:r>
            <a:endParaRPr lang="zh-CN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424334-FB88-B2F1-9F1A-FF68D1F273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4" y="1298449"/>
            <a:ext cx="11029615" cy="2779775"/>
          </a:xfrm>
        </p:spPr>
        <p:txBody>
          <a:bodyPr>
            <a:normAutofit/>
          </a:bodyPr>
          <a:lstStyle/>
          <a:p>
            <a:r>
              <a:rPr lang="en-US" altLang="zh-CN" b="1" dirty="0"/>
              <a:t>Question 7. What property (distance, local angels, area, shape) are conformal projections designed to maintain? (4 Points) </a:t>
            </a:r>
            <a:endParaRPr lang="zh-CN" altLang="zh-CN" b="1" dirty="0"/>
          </a:p>
          <a:p>
            <a:pPr marL="0" indent="0">
              <a:buNone/>
            </a:pPr>
            <a:r>
              <a:rPr lang="en-US" altLang="zh-CN" b="1" dirty="0"/>
              <a:t>Answer:</a:t>
            </a:r>
            <a:r>
              <a:rPr lang="en-US" altLang="zh-CN" dirty="0"/>
              <a:t> local angels, and shape</a:t>
            </a:r>
          </a:p>
          <a:p>
            <a:endParaRPr lang="en-US" altLang="zh-CN" dirty="0"/>
          </a:p>
          <a:p>
            <a:r>
              <a:rPr lang="en-US" altLang="zh-CN" b="1" dirty="0"/>
              <a:t>Question 4. In what UTM zone is Arkansas located? (4 Points) </a:t>
            </a:r>
            <a:endParaRPr lang="zh-CN" altLang="zh-CN" b="1" dirty="0"/>
          </a:p>
          <a:p>
            <a:pPr marL="0" marR="473710" indent="0">
              <a:buNone/>
            </a:pPr>
            <a:r>
              <a:rPr lang="en-US" altLang="zh-CN" b="1" dirty="0"/>
              <a:t>Answer: 15 (58 is OBJECT ID, assigned by system)</a:t>
            </a:r>
            <a:endParaRPr lang="zh-CN" altLang="zh-CN" b="1" dirty="0"/>
          </a:p>
          <a:p>
            <a:endParaRPr lang="zh-CN" altLang="zh-CN" dirty="0"/>
          </a:p>
        </p:txBody>
      </p:sp>
      <p:pic>
        <p:nvPicPr>
          <p:cNvPr id="8" name="Picture 7" descr="A map of the united states&#10;&#10;AI-generated content may be incorrect.">
            <a:extLst>
              <a:ext uri="{FF2B5EF4-FFF2-40B4-BE49-F238E27FC236}">
                <a16:creationId xmlns:a16="http://schemas.microsoft.com/office/drawing/2014/main" id="{1C7F303C-B49C-8D7D-917E-33F1D4FBF5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6017" y="2502569"/>
            <a:ext cx="5551394" cy="4010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26591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8A64D99-2AC0-2B82-92F1-6FFCE1655CE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2697697"/>
            <a:ext cx="5423853" cy="363378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8FB038A-A9E2-748A-BCCD-1D4C490684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2697697"/>
            <a:ext cx="5423853" cy="379070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EB85D51-9101-B33B-1BBF-9FCFA8C9069D}"/>
              </a:ext>
            </a:extLst>
          </p:cNvPr>
          <p:cNvSpPr txBox="1"/>
          <p:nvPr/>
        </p:nvSpPr>
        <p:spPr>
          <a:xfrm>
            <a:off x="478937" y="1256437"/>
            <a:ext cx="11234126" cy="5909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6350" marR="365125" indent="-6350" defTabSz="411470">
              <a:spcBef>
                <a:spcPct val="20000"/>
              </a:spcBef>
              <a:spcAft>
                <a:spcPts val="54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</a:pPr>
            <a:r>
              <a:rPr lang="en-US" altLang="zh-CN" sz="162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Deliverable 1. Provide a screenshot of Asia map using Asian Lambert Conformal Conic projection that can maintain the relative shape of the countries. (4  Points) </a:t>
            </a:r>
            <a:endParaRPr lang="zh-CN" altLang="zh-CN" sz="162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DD8EA696-3FAA-FDB0-6318-08DE5DEC03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633625"/>
            <a:ext cx="11029616" cy="495708"/>
          </a:xfrm>
        </p:spPr>
        <p:txBody>
          <a:bodyPr/>
          <a:lstStyle/>
          <a:p>
            <a:r>
              <a:rPr lang="en-US" altLang="zh-CN" dirty="0"/>
              <a:t>Lab 02</a:t>
            </a:r>
            <a:endParaRPr lang="zh-CN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16748F2-7DDC-2F88-D976-E2BF778D12E7}"/>
              </a:ext>
            </a:extLst>
          </p:cNvPr>
          <p:cNvSpPr txBox="1"/>
          <p:nvPr/>
        </p:nvSpPr>
        <p:spPr>
          <a:xfrm>
            <a:off x="1892808" y="2346870"/>
            <a:ext cx="12435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WGS 1984</a:t>
            </a:r>
            <a:endParaRPr lang="zh-CN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43547BB-FD75-A79F-D697-7AEFCF863183}"/>
              </a:ext>
            </a:extLst>
          </p:cNvPr>
          <p:cNvSpPr txBox="1"/>
          <p:nvPr/>
        </p:nvSpPr>
        <p:spPr>
          <a:xfrm>
            <a:off x="6096000" y="2346870"/>
            <a:ext cx="45232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Asian Lambert Conformal Conic projection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6961575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E14638A-0F53-B2A3-8029-DC996E8D1F1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81193" y="3024663"/>
            <a:ext cx="6673703" cy="363378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7C31930-F446-654F-08E7-E0CC94D71C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7004" y="3341802"/>
            <a:ext cx="5304996" cy="3316648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6A97A84-F61A-5955-EC58-265BF3CBCC25}"/>
              </a:ext>
            </a:extLst>
          </p:cNvPr>
          <p:cNvSpPr txBox="1"/>
          <p:nvPr/>
        </p:nvSpPr>
        <p:spPr>
          <a:xfrm>
            <a:off x="581192" y="1369784"/>
            <a:ext cx="1102961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1" kern="0" dirty="0">
                <a:effectLst/>
                <a:latin typeface="Calibri" panose="020F0502020204030204" pitchFamily="34" charset="0"/>
                <a:ea typeface="DengXian Light" panose="02010600030101010101" pitchFamily="2" charset="-122"/>
                <a:cs typeface="Times New Roman" panose="02020603050405020304" pitchFamily="18" charset="0"/>
              </a:rPr>
              <a:t>Question 9. What was the reported distance in kilometers between New York and London (they are red points on the map)?</a:t>
            </a:r>
          </a:p>
          <a:p>
            <a:r>
              <a:rPr lang="en-US" altLang="zh-CN" b="1" kern="0" dirty="0">
                <a:latin typeface="Calibri" panose="020F0502020204030204" pitchFamily="34" charset="0"/>
                <a:ea typeface="DengXian Light" panose="02010600030101010101" pitchFamily="2" charset="-122"/>
                <a:cs typeface="Times New Roman" panose="02020603050405020304" pitchFamily="18" charset="0"/>
              </a:rPr>
              <a:t>A: </a:t>
            </a:r>
            <a:r>
              <a:rPr lang="en-US" altLang="zh-CN" dirty="0"/>
              <a:t>8379.92 km</a:t>
            </a:r>
            <a:endParaRPr lang="zh-CN" altLang="en-US" b="1" dirty="0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B72A45BB-24DC-C37B-5F9D-F7A16600987F}"/>
              </a:ext>
            </a:extLst>
          </p:cNvPr>
          <p:cNvSpPr txBox="1">
            <a:spLocks/>
          </p:cNvSpPr>
          <p:nvPr/>
        </p:nvSpPr>
        <p:spPr>
          <a:xfrm>
            <a:off x="581192" y="698020"/>
            <a:ext cx="11029616" cy="49570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41147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520" b="0" kern="1200" cap="all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altLang="zh-CN" dirty="0"/>
              <a:t>Lab 02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6051284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D572708-2971-BA89-A402-79F3A1C6667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001166" y="2901625"/>
            <a:ext cx="6020400" cy="308921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28257E7-A94D-A6BA-243A-A6CC0C1DA9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434" y="2901625"/>
            <a:ext cx="5757556" cy="308921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51CBC81-09C4-8FC7-F8D4-C5BBF30E0D42}"/>
              </a:ext>
            </a:extLst>
          </p:cNvPr>
          <p:cNvSpPr txBox="1"/>
          <p:nvPr/>
        </p:nvSpPr>
        <p:spPr>
          <a:xfrm>
            <a:off x="1163420" y="2065490"/>
            <a:ext cx="3212866" cy="7049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6350" marR="365125" indent="-6350" algn="ctr" defTabSz="411470">
              <a:spcBef>
                <a:spcPct val="20000"/>
              </a:spcBef>
              <a:spcAft>
                <a:spcPts val="54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</a:pPr>
            <a:r>
              <a:rPr lang="en-US" altLang="zh-CN" sz="162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Geographic Coordinate System</a:t>
            </a:r>
          </a:p>
          <a:p>
            <a:pPr marL="6350" marR="365125" indent="-6350" algn="ctr" defTabSz="411470">
              <a:spcBef>
                <a:spcPct val="20000"/>
              </a:spcBef>
              <a:spcAft>
                <a:spcPts val="54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</a:pPr>
            <a:r>
              <a:rPr lang="en-US" altLang="zh-CN" sz="162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WGS 84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0CAE00B-6622-9742-F573-008A2C8D5C46}"/>
              </a:ext>
            </a:extLst>
          </p:cNvPr>
          <p:cNvSpPr txBox="1"/>
          <p:nvPr/>
        </p:nvSpPr>
        <p:spPr>
          <a:xfrm>
            <a:off x="7815716" y="2065490"/>
            <a:ext cx="3212866" cy="7049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6350" marR="365125" indent="-6350" algn="ctr" defTabSz="411470">
              <a:spcBef>
                <a:spcPct val="20000"/>
              </a:spcBef>
              <a:spcAft>
                <a:spcPts val="54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</a:pPr>
            <a:r>
              <a:rPr lang="en-US" altLang="zh-CN" sz="162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Projected Coordinate System</a:t>
            </a:r>
          </a:p>
          <a:p>
            <a:pPr marL="6350" marR="365125" indent="-6350" algn="ctr" defTabSz="411470">
              <a:spcBef>
                <a:spcPct val="20000"/>
              </a:spcBef>
              <a:spcAft>
                <a:spcPts val="54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</a:pPr>
            <a:r>
              <a:rPr lang="en-US" altLang="zh-CN" sz="162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Mercator Projection</a:t>
            </a:r>
            <a:endParaRPr lang="zh-CN" altLang="zh-CN" sz="162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77F7108F-C460-B3D1-C4BB-DA3C05E981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025" y="608708"/>
            <a:ext cx="11029950" cy="514477"/>
          </a:xfrm>
        </p:spPr>
        <p:txBody>
          <a:bodyPr/>
          <a:lstStyle/>
          <a:p>
            <a:r>
              <a:rPr lang="en-US" altLang="zh-CN" dirty="0"/>
              <a:t>Lab 02</a:t>
            </a:r>
            <a:endParaRPr lang="zh-CN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04F85E1-A847-BA45-8A87-D0705883DA44}"/>
              </a:ext>
            </a:extLst>
          </p:cNvPr>
          <p:cNvSpPr txBox="1"/>
          <p:nvPr/>
        </p:nvSpPr>
        <p:spPr>
          <a:xfrm>
            <a:off x="581025" y="1329062"/>
            <a:ext cx="1102961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1" kern="0" dirty="0">
                <a:effectLst/>
                <a:latin typeface="Calibri" panose="020F0502020204030204" pitchFamily="34" charset="0"/>
                <a:ea typeface="DengXian Light" panose="02010600030101010101" pitchFamily="2" charset="-122"/>
                <a:cs typeface="Times New Roman" panose="02020603050405020304" pitchFamily="18" charset="0"/>
              </a:rPr>
              <a:t>Question 9. What was the reported distance in kilometers between New York and London (they are red points on the map)?</a:t>
            </a:r>
            <a:endParaRPr lang="zh-CN" altLang="en-US" b="1" dirty="0"/>
          </a:p>
        </p:txBody>
      </p:sp>
    </p:spTree>
    <p:extLst>
      <p:ext uri="{BB962C8B-B14F-4D97-AF65-F5344CB8AC3E}">
        <p14:creationId xmlns:p14="http://schemas.microsoft.com/office/powerpoint/2010/main" val="42060356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46F50E7-18E7-8A36-CBDC-C3CE3604C19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21311" y="3400139"/>
            <a:ext cx="5218663" cy="313397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9619F79-9CFE-8B7D-B32F-8279B766C3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3400138"/>
            <a:ext cx="5617945" cy="311344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539198D-77F1-24BE-35DE-0E4151DD7687}"/>
              </a:ext>
            </a:extLst>
          </p:cNvPr>
          <p:cNvSpPr txBox="1"/>
          <p:nvPr/>
        </p:nvSpPr>
        <p:spPr>
          <a:xfrm>
            <a:off x="1154276" y="2558041"/>
            <a:ext cx="3212866" cy="7049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6350" marR="365125" indent="-6350" algn="ctr" defTabSz="411470">
              <a:spcBef>
                <a:spcPct val="20000"/>
              </a:spcBef>
              <a:spcAft>
                <a:spcPts val="54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</a:pPr>
            <a:r>
              <a:rPr lang="en-US" altLang="zh-CN" sz="162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Geographic Coordinate System</a:t>
            </a:r>
          </a:p>
          <a:p>
            <a:pPr marL="6350" marR="365125" indent="-6350" algn="ctr" defTabSz="411470">
              <a:spcBef>
                <a:spcPct val="20000"/>
              </a:spcBef>
              <a:spcAft>
                <a:spcPts val="54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</a:pPr>
            <a:r>
              <a:rPr lang="en-US" altLang="zh-CN" sz="162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WGS 84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36DEA6D-1A0F-A49D-5B0A-BC0CE36F9011}"/>
              </a:ext>
            </a:extLst>
          </p:cNvPr>
          <p:cNvSpPr txBox="1"/>
          <p:nvPr/>
        </p:nvSpPr>
        <p:spPr>
          <a:xfrm>
            <a:off x="7552991" y="2561760"/>
            <a:ext cx="3212866" cy="701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6350" marR="365125" indent="-6350" algn="ctr" defTabSz="411470">
              <a:spcBef>
                <a:spcPct val="20000"/>
              </a:spcBef>
              <a:spcAft>
                <a:spcPts val="54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</a:pPr>
            <a:r>
              <a:rPr lang="en-US" altLang="zh-CN" sz="162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Projected Coordinate System</a:t>
            </a:r>
          </a:p>
          <a:p>
            <a:pPr marL="6350" marR="365125" indent="-6350" algn="ctr" defTabSz="411470">
              <a:spcBef>
                <a:spcPct val="20000"/>
              </a:spcBef>
              <a:spcAft>
                <a:spcPts val="54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</a:pPr>
            <a:r>
              <a:rPr lang="en-US" altLang="zh-CN" sz="1600" kern="0" dirty="0">
                <a:solidFill>
                  <a:srgbClr val="000000"/>
                </a:solidFill>
                <a:latin typeface="Calibri" panose="020F0502020204030204" pitchFamily="34" charset="0"/>
                <a:ea typeface="Verdana" panose="020B0604030504040204" pitchFamily="34" charset="0"/>
              </a:rPr>
              <a:t>Mollweide projection</a:t>
            </a:r>
            <a:endParaRPr lang="en-US" altLang="zh-CN" sz="162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9113491-E510-F091-73C3-A1FDD6732CA8}"/>
              </a:ext>
            </a:extLst>
          </p:cNvPr>
          <p:cNvSpPr txBox="1"/>
          <p:nvPr/>
        </p:nvSpPr>
        <p:spPr>
          <a:xfrm>
            <a:off x="773049" y="1212177"/>
            <a:ext cx="609447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kern="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Verdana" panose="020B0604030504040204" pitchFamily="34" charset="0"/>
              </a:rPr>
              <a:t>Q10: Does the Mollweide projection distort shape?</a:t>
            </a:r>
          </a:p>
          <a:p>
            <a:r>
              <a:rPr lang="en-US" altLang="zh-CN" kern="0" dirty="0">
                <a:solidFill>
                  <a:srgbClr val="000000"/>
                </a:solidFill>
                <a:latin typeface="Calibri" panose="020F0502020204030204" pitchFamily="34" charset="0"/>
                <a:ea typeface="Verdana" panose="020B0604030504040204" pitchFamily="34" charset="0"/>
              </a:rPr>
              <a:t>Yes</a:t>
            </a:r>
            <a:endParaRPr lang="zh-CN" altLang="en-US" dirty="0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EAB5BBF8-83D6-3720-0ADF-5AAF00622BF3}"/>
              </a:ext>
            </a:extLst>
          </p:cNvPr>
          <p:cNvSpPr txBox="1">
            <a:spLocks/>
          </p:cNvSpPr>
          <p:nvPr/>
        </p:nvSpPr>
        <p:spPr>
          <a:xfrm>
            <a:off x="581025" y="563266"/>
            <a:ext cx="11029950" cy="51447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41147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520" b="0" kern="1200" cap="all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altLang="zh-CN" dirty="0"/>
              <a:t>Lab 02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78908110"/>
      </p:ext>
    </p:extLst>
  </p:cSld>
  <p:clrMapOvr>
    <a:masterClrMapping/>
  </p:clrMapOvr>
</p:sld>
</file>

<file path=ppt/theme/theme1.xml><?xml version="1.0" encoding="utf-8"?>
<a:theme xmlns:a="http://schemas.openxmlformats.org/drawingml/2006/main" name="3_DividendVTI">
  <a:themeElements>
    <a:clrScheme name="AnalogousFromLightSeed_2SEEDS">
      <a:dk1>
        <a:srgbClr val="000000"/>
      </a:dk1>
      <a:lt1>
        <a:srgbClr val="FFFFFF"/>
      </a:lt1>
      <a:dk2>
        <a:srgbClr val="22363C"/>
      </a:dk2>
      <a:lt2>
        <a:srgbClr val="E2E6E8"/>
      </a:lt2>
      <a:accent1>
        <a:srgbClr val="C18C78"/>
      </a:accent1>
      <a:accent2>
        <a:srgbClr val="CC9099"/>
      </a:accent2>
      <a:accent3>
        <a:srgbClr val="B19F77"/>
      </a:accent3>
      <a:accent4>
        <a:srgbClr val="6DAFA2"/>
      </a:accent4>
      <a:accent5>
        <a:srgbClr val="70ACBC"/>
      </a:accent5>
      <a:accent6>
        <a:srgbClr val="7893C1"/>
      </a:accent6>
      <a:hlink>
        <a:srgbClr val="5E8A9B"/>
      </a:hlink>
      <a:folHlink>
        <a:srgbClr val="7F7F7F"/>
      </a:folHlink>
    </a:clrScheme>
    <a:fontScheme name="Custom 2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VTI" id="{97558BDE-0B66-457C-BB6F-7B1B22DAA9B8}" vid="{F53508A3-AC60-448A-AF37-934D5F1A0D5E}"/>
    </a:ext>
  </a:extLst>
</a:theme>
</file>

<file path=ppt/theme/theme2.xml><?xml version="1.0" encoding="utf-8"?>
<a:theme xmlns:a="http://schemas.openxmlformats.org/drawingml/2006/main" name="2_DividendVTI">
  <a:themeElements>
    <a:clrScheme name="AnalogousFromLightSeed_2SEEDS">
      <a:dk1>
        <a:srgbClr val="000000"/>
      </a:dk1>
      <a:lt1>
        <a:srgbClr val="FFFFFF"/>
      </a:lt1>
      <a:dk2>
        <a:srgbClr val="22363C"/>
      </a:dk2>
      <a:lt2>
        <a:srgbClr val="E2E6E8"/>
      </a:lt2>
      <a:accent1>
        <a:srgbClr val="C18C78"/>
      </a:accent1>
      <a:accent2>
        <a:srgbClr val="CC9099"/>
      </a:accent2>
      <a:accent3>
        <a:srgbClr val="B19F77"/>
      </a:accent3>
      <a:accent4>
        <a:srgbClr val="6DAFA2"/>
      </a:accent4>
      <a:accent5>
        <a:srgbClr val="70ACBC"/>
      </a:accent5>
      <a:accent6>
        <a:srgbClr val="7893C1"/>
      </a:accent6>
      <a:hlink>
        <a:srgbClr val="5E8A9B"/>
      </a:hlink>
      <a:folHlink>
        <a:srgbClr val="7F7F7F"/>
      </a:folHlink>
    </a:clrScheme>
    <a:fontScheme name="Custom 2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VTI" id="{97558BDE-0B66-457C-BB6F-7B1B22DAA9B8}" vid="{F53508A3-AC60-448A-AF37-934D5F1A0D5E}"/>
    </a:ext>
  </a:extLst>
</a:theme>
</file>

<file path=ppt/theme/theme3.xml><?xml version="1.0" encoding="utf-8"?>
<a:theme xmlns:a="http://schemas.openxmlformats.org/drawingml/2006/main" name="DividendVTI">
  <a:themeElements>
    <a:clrScheme name="AnalogousFromLightSeed_2SEEDS">
      <a:dk1>
        <a:srgbClr val="000000"/>
      </a:dk1>
      <a:lt1>
        <a:srgbClr val="FFFFFF"/>
      </a:lt1>
      <a:dk2>
        <a:srgbClr val="22363C"/>
      </a:dk2>
      <a:lt2>
        <a:srgbClr val="E2E6E8"/>
      </a:lt2>
      <a:accent1>
        <a:srgbClr val="C18C78"/>
      </a:accent1>
      <a:accent2>
        <a:srgbClr val="CC9099"/>
      </a:accent2>
      <a:accent3>
        <a:srgbClr val="B19F77"/>
      </a:accent3>
      <a:accent4>
        <a:srgbClr val="6DAFA2"/>
      </a:accent4>
      <a:accent5>
        <a:srgbClr val="70ACBC"/>
      </a:accent5>
      <a:accent6>
        <a:srgbClr val="7893C1"/>
      </a:accent6>
      <a:hlink>
        <a:srgbClr val="5E8A9B"/>
      </a:hlink>
      <a:folHlink>
        <a:srgbClr val="7F7F7F"/>
      </a:folHlink>
    </a:clrScheme>
    <a:fontScheme name="Custom 2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VTI" id="{97558BDE-0B66-457C-BB6F-7B1B22DAA9B8}" vid="{F53508A3-AC60-448A-AF37-934D5F1A0D5E}"/>
    </a:ext>
  </a:extLst>
</a:theme>
</file>

<file path=ppt/theme/theme4.xml><?xml version="1.0" encoding="utf-8"?>
<a:theme xmlns:a="http://schemas.openxmlformats.org/drawingml/2006/main" name="1_DividendVTI">
  <a:themeElements>
    <a:clrScheme name="AnalogousFromLightSeed_2SEEDS">
      <a:dk1>
        <a:srgbClr val="000000"/>
      </a:dk1>
      <a:lt1>
        <a:srgbClr val="FFFFFF"/>
      </a:lt1>
      <a:dk2>
        <a:srgbClr val="22363C"/>
      </a:dk2>
      <a:lt2>
        <a:srgbClr val="E2E6E8"/>
      </a:lt2>
      <a:accent1>
        <a:srgbClr val="C18C78"/>
      </a:accent1>
      <a:accent2>
        <a:srgbClr val="CC9099"/>
      </a:accent2>
      <a:accent3>
        <a:srgbClr val="B19F77"/>
      </a:accent3>
      <a:accent4>
        <a:srgbClr val="6DAFA2"/>
      </a:accent4>
      <a:accent5>
        <a:srgbClr val="70ACBC"/>
      </a:accent5>
      <a:accent6>
        <a:srgbClr val="7893C1"/>
      </a:accent6>
      <a:hlink>
        <a:srgbClr val="5E8A9B"/>
      </a:hlink>
      <a:folHlink>
        <a:srgbClr val="7F7F7F"/>
      </a:folHlink>
    </a:clrScheme>
    <a:fontScheme name="Custom 1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VTI" id="{97558BDE-0B66-457C-BB6F-7B1B22DAA9B8}" vid="{F53508A3-AC60-448A-AF37-934D5F1A0D5E}"/>
    </a:ext>
  </a:extLst>
</a:theme>
</file>

<file path=ppt/theme/theme5.xml><?xml version="1.0" encoding="utf-8"?>
<a:theme xmlns:a="http://schemas.openxmlformats.org/drawingml/2006/main" name="4_DividendVTI">
  <a:themeElements>
    <a:clrScheme name="AnalogousFromLightSeed_2SEEDS">
      <a:dk1>
        <a:srgbClr val="000000"/>
      </a:dk1>
      <a:lt1>
        <a:srgbClr val="FFFFFF"/>
      </a:lt1>
      <a:dk2>
        <a:srgbClr val="22363C"/>
      </a:dk2>
      <a:lt2>
        <a:srgbClr val="E2E6E8"/>
      </a:lt2>
      <a:accent1>
        <a:srgbClr val="C18C78"/>
      </a:accent1>
      <a:accent2>
        <a:srgbClr val="CC9099"/>
      </a:accent2>
      <a:accent3>
        <a:srgbClr val="B19F77"/>
      </a:accent3>
      <a:accent4>
        <a:srgbClr val="6DAFA2"/>
      </a:accent4>
      <a:accent5>
        <a:srgbClr val="70ACBC"/>
      </a:accent5>
      <a:accent6>
        <a:srgbClr val="7893C1"/>
      </a:accent6>
      <a:hlink>
        <a:srgbClr val="5E8A9B"/>
      </a:hlink>
      <a:folHlink>
        <a:srgbClr val="7F7F7F"/>
      </a:folHlink>
    </a:clrScheme>
    <a:fontScheme name="Custom 1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VTI" id="{97558BDE-0B66-457C-BB6F-7B1B22DAA9B8}" vid="{F53508A3-AC60-448A-AF37-934D5F1A0D5E}"/>
    </a:ext>
  </a:extLst>
</a:theme>
</file>

<file path=ppt/theme/theme6.xml><?xml version="1.0" encoding="utf-8"?>
<a:theme xmlns:a="http://schemas.openxmlformats.org/drawingml/2006/main" name="5_DividendVTI">
  <a:themeElements>
    <a:clrScheme name="AnalogousFromLightSeed_2SEEDS">
      <a:dk1>
        <a:srgbClr val="000000"/>
      </a:dk1>
      <a:lt1>
        <a:srgbClr val="FFFFFF"/>
      </a:lt1>
      <a:dk2>
        <a:srgbClr val="22363C"/>
      </a:dk2>
      <a:lt2>
        <a:srgbClr val="E2E6E8"/>
      </a:lt2>
      <a:accent1>
        <a:srgbClr val="C18C78"/>
      </a:accent1>
      <a:accent2>
        <a:srgbClr val="CC9099"/>
      </a:accent2>
      <a:accent3>
        <a:srgbClr val="B19F77"/>
      </a:accent3>
      <a:accent4>
        <a:srgbClr val="6DAFA2"/>
      </a:accent4>
      <a:accent5>
        <a:srgbClr val="70ACBC"/>
      </a:accent5>
      <a:accent6>
        <a:srgbClr val="7893C1"/>
      </a:accent6>
      <a:hlink>
        <a:srgbClr val="5E8A9B"/>
      </a:hlink>
      <a:folHlink>
        <a:srgbClr val="7F7F7F"/>
      </a:folHlink>
    </a:clrScheme>
    <a:fontScheme name="Custom 2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VTI" id="{97558BDE-0B66-457C-BB6F-7B1B22DAA9B8}" vid="{F53508A3-AC60-448A-AF37-934D5F1A0D5E}"/>
    </a:ext>
  </a:extLst>
</a:theme>
</file>

<file path=ppt/theme/theme7.xml><?xml version="1.0" encoding="utf-8"?>
<a:theme xmlns:a="http://schemas.openxmlformats.org/drawingml/2006/main" name="6_DividendVTI">
  <a:themeElements>
    <a:clrScheme name="AnalogousFromLightSeed_2SEEDS">
      <a:dk1>
        <a:srgbClr val="000000"/>
      </a:dk1>
      <a:lt1>
        <a:srgbClr val="FFFFFF"/>
      </a:lt1>
      <a:dk2>
        <a:srgbClr val="22363C"/>
      </a:dk2>
      <a:lt2>
        <a:srgbClr val="E2E6E8"/>
      </a:lt2>
      <a:accent1>
        <a:srgbClr val="C18C78"/>
      </a:accent1>
      <a:accent2>
        <a:srgbClr val="CC9099"/>
      </a:accent2>
      <a:accent3>
        <a:srgbClr val="B19F77"/>
      </a:accent3>
      <a:accent4>
        <a:srgbClr val="6DAFA2"/>
      </a:accent4>
      <a:accent5>
        <a:srgbClr val="70ACBC"/>
      </a:accent5>
      <a:accent6>
        <a:srgbClr val="7893C1"/>
      </a:accent6>
      <a:hlink>
        <a:srgbClr val="5E8A9B"/>
      </a:hlink>
      <a:folHlink>
        <a:srgbClr val="7F7F7F"/>
      </a:folHlink>
    </a:clrScheme>
    <a:fontScheme name="Custom 1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VTI" id="{97558BDE-0B66-457C-BB6F-7B1B22DAA9B8}" vid="{F53508A3-AC60-448A-AF37-934D5F1A0D5E}"/>
    </a:ext>
  </a:extLst>
</a:theme>
</file>

<file path=ppt/theme/theme8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Week05_GEOG2475_TU</Template>
  <TotalTime>117</TotalTime>
  <Words>244</Words>
  <Application>Microsoft Office PowerPoint</Application>
  <PresentationFormat>Widescreen</PresentationFormat>
  <Paragraphs>35</Paragraphs>
  <Slides>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7</vt:i4>
      </vt:variant>
      <vt:variant>
        <vt:lpstr>Slide Titles</vt:lpstr>
      </vt:variant>
      <vt:variant>
        <vt:i4>8</vt:i4>
      </vt:variant>
    </vt:vector>
  </HeadingPairs>
  <TitlesOfParts>
    <vt:vector size="19" baseType="lpstr">
      <vt:lpstr>等线</vt:lpstr>
      <vt:lpstr>Arial Black</vt:lpstr>
      <vt:lpstr>Calibri</vt:lpstr>
      <vt:lpstr>Wingdings 2</vt:lpstr>
      <vt:lpstr>3_DividendVTI</vt:lpstr>
      <vt:lpstr>2_DividendVTI</vt:lpstr>
      <vt:lpstr>DividendVTI</vt:lpstr>
      <vt:lpstr>1_DividendVTI</vt:lpstr>
      <vt:lpstr>4_DividendVTI</vt:lpstr>
      <vt:lpstr>5_DividendVTI</vt:lpstr>
      <vt:lpstr>6_DividendVTI</vt:lpstr>
      <vt:lpstr>WEEK 05  attribute and  geodatabase  lecture</vt:lpstr>
      <vt:lpstr>5.1  Attribute table</vt:lpstr>
      <vt:lpstr>Lab 01</vt:lpstr>
      <vt:lpstr>Lab 02</vt:lpstr>
      <vt:lpstr>Lab 02</vt:lpstr>
      <vt:lpstr>PowerPoint Presentation</vt:lpstr>
      <vt:lpstr>Lab 02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Yanan Wu</dc:creator>
  <cp:lastModifiedBy>Yanan Wu</cp:lastModifiedBy>
  <cp:revision>7</cp:revision>
  <dcterms:created xsi:type="dcterms:W3CDTF">2025-09-17T14:00:24Z</dcterms:created>
  <dcterms:modified xsi:type="dcterms:W3CDTF">2025-09-17T15:57:37Z</dcterms:modified>
</cp:coreProperties>
</file>