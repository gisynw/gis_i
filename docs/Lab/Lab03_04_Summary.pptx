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</p:sldMasterIdLst>
  <p:sldIdLst>
    <p:sldId id="256" r:id="rId4"/>
    <p:sldId id="259" r:id="rId5"/>
    <p:sldId id="257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90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825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583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1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93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559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70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977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67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167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4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0AEDC-E445-4777-AA58-256DBE856A2E}" type="datetime1">
              <a:rPr lang="en-US" smtClean="0"/>
              <a:t>9/22/2025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7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FDC0E-2571-4B49-A099-A35911FE2571}" type="datetime1">
              <a:rPr lang="en-US" smtClean="0"/>
              <a:t>9/22/2025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7401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9ABB-4417-47CD-80B9-0D55D8A8F9A6}" type="datetime1">
              <a:rPr lang="en-US" smtClean="0"/>
              <a:t>9/22/2025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373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4475E-0273-439D-974C-8782C6CF6085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336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C3F7-B696-4E33-B8CA-A5029D94236E}" type="datetime1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78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242B4-A1B4-4224-ACE8-F64A6DFDF6CB}" type="datetime1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7195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0FCFC-EFD5-4D6F-AF5D-114622F47081}" type="datetime1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1803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FAFBCFB9-675F-4800-8AC7-ED3B357177A4}" type="datetime1">
              <a:rPr lang="en-US" smtClean="0"/>
              <a:t>9/22/2025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9498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7AFB5-74EF-4A25-966B-E982CF09D51D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3922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939748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43A2-25E5-4F4A-8CC5-2EB1720C6339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9121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E9CE-A9D6-4C10-9743-25DD5C510D14}" type="datetime1">
              <a:rPr lang="en-US" smtClean="0"/>
              <a:t>9/22/2025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752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293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0676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2057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223398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9120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116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4323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4287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1378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2468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72271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15600" y="796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99288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BBD7142-2D62-4275-8D30-E189AD7A810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8722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928516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75824D9-FB06-4772-8A16-CEC7F6E704E4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9847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283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9628" y="496959"/>
            <a:ext cx="1106164" cy="585973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2856" y="496958"/>
            <a:ext cx="9961047" cy="36780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15FF2A-DBDE-DFB4-BB72-2E38BC76C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3715" y="708498"/>
            <a:ext cx="7574507" cy="3330055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rgbClr val="FFFFFF"/>
                </a:solidFill>
              </a:rPr>
              <a:t>Lab 03 &amp; 04 summary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2789" y="4284212"/>
            <a:ext cx="9961115" cy="2072481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C9145E-CBDE-EF21-2EED-2958983E19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3715" y="4502576"/>
            <a:ext cx="7574507" cy="1640983"/>
          </a:xfrm>
        </p:spPr>
        <p:txBody>
          <a:bodyPr anchor="t">
            <a:normAutofit/>
          </a:bodyPr>
          <a:lstStyle/>
          <a:p>
            <a:endParaRPr lang="en-US" sz="32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843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0BFB2F-DC81-2E96-2B00-A680521F9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8653" y="1858164"/>
            <a:ext cx="6996868" cy="48130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7B87E4-CD55-1ABD-E1B9-CE4357D31F70}"/>
              </a:ext>
            </a:extLst>
          </p:cNvPr>
          <p:cNvSpPr txBox="1"/>
          <p:nvPr/>
        </p:nvSpPr>
        <p:spPr>
          <a:xfrm>
            <a:off x="581194" y="1225296"/>
            <a:ext cx="11287718" cy="70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indent="-6350">
              <a:lnSpc>
                <a:spcPct val="108000"/>
              </a:lnSpc>
              <a:spcBef>
                <a:spcPts val="200"/>
              </a:spcBef>
              <a:buNone/>
            </a:pPr>
            <a:r>
              <a:rPr lang="en-US" altLang="zh-CN" sz="1800" b="1" dirty="0">
                <a:effectLst/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Question 2. Is this map currently being displayed in a geographic or projected coordinate system? (3 Points) </a:t>
            </a:r>
            <a:endParaRPr lang="zh-CN" altLang="zh-CN" sz="1800" b="1" dirty="0">
              <a:effectLst/>
              <a:latin typeface="Calibri" panose="020F050202020403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  <a:p>
            <a:pPr marL="6350" indent="-6350">
              <a:lnSpc>
                <a:spcPct val="108000"/>
              </a:lnSpc>
              <a:spcBef>
                <a:spcPts val="200"/>
              </a:spcBef>
              <a:buNone/>
            </a:pPr>
            <a:r>
              <a:rPr lang="en-US" altLang="zh-CN" sz="1800" b="1" dirty="0">
                <a:effectLst/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Answer: Projected coordinate system</a:t>
            </a:r>
            <a:endParaRPr lang="zh-CN" altLang="zh-CN" sz="1800" b="1" dirty="0">
              <a:effectLst/>
              <a:latin typeface="Calibri" panose="020F050202020403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CA8E54C-F8AF-5F1A-4F92-7AE972264B45}"/>
              </a:ext>
            </a:extLst>
          </p:cNvPr>
          <p:cNvSpPr txBox="1">
            <a:spLocks/>
          </p:cNvSpPr>
          <p:nvPr/>
        </p:nvSpPr>
        <p:spPr>
          <a:xfrm>
            <a:off x="581194" y="592428"/>
            <a:ext cx="11029616" cy="6328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/>
              <a:t>Lab 03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183668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0592-8F93-E4F0-E934-9E7A1ECC7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592428"/>
            <a:ext cx="11029616" cy="63286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Lab 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1E175-7A99-92B4-7A2B-28E01F505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408177"/>
            <a:ext cx="11029615" cy="1408175"/>
          </a:xfrm>
        </p:spPr>
        <p:txBody>
          <a:bodyPr>
            <a:normAutofit/>
          </a:bodyPr>
          <a:lstStyle/>
          <a:p>
            <a:r>
              <a:rPr lang="en-US" sz="2800" b="1" dirty="0"/>
              <a:t>Question 8.</a:t>
            </a:r>
            <a:r>
              <a:rPr lang="en-US" sz="2800" dirty="0"/>
              <a:t> What is the pixel depth? (3 Points) </a:t>
            </a:r>
          </a:p>
          <a:p>
            <a:r>
              <a:rPr lang="en-US" sz="2800" b="1" dirty="0"/>
              <a:t>Answer:</a:t>
            </a:r>
            <a:r>
              <a:rPr lang="en-US" sz="2800" dirty="0"/>
              <a:t> 8 bit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86D09-35A9-7F6C-D424-73B55484C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197" y="3198468"/>
            <a:ext cx="3971429" cy="26190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81AB4F-8005-AAF5-BC61-EFA05CF97957}"/>
              </a:ext>
            </a:extLst>
          </p:cNvPr>
          <p:cNvSpPr txBox="1"/>
          <p:nvPr/>
        </p:nvSpPr>
        <p:spPr>
          <a:xfrm>
            <a:off x="581194" y="2889504"/>
            <a:ext cx="6094476" cy="2064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The number of bits used to represent the color or value of each pixel. </a:t>
            </a:r>
          </a:p>
          <a:p>
            <a:pPr marL="457200" indent="-457200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higher pixel depth means more bits are allocated per pixel, allowing for a greater range of values and a more accurate representation of color or intensity.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3C2438-4179-C858-42BD-DE07CA40F2A1}"/>
                  </a:ext>
                </a:extLst>
              </p:cNvPr>
              <p:cNvSpPr txBox="1"/>
              <p:nvPr/>
            </p:nvSpPr>
            <p:spPr>
              <a:xfrm>
                <a:off x="2311696" y="5449823"/>
                <a:ext cx="31643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possible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value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3C2438-4179-C858-42BD-DE07CA40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696" y="5449823"/>
                <a:ext cx="3164392" cy="276999"/>
              </a:xfrm>
              <a:prstGeom prst="rect">
                <a:avLst/>
              </a:prstGeom>
              <a:blipFill>
                <a:blip r:embed="rId3"/>
                <a:stretch>
                  <a:fillRect t="-2222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73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04BDE3-61DE-9D05-B5A8-E96B51082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2668" y="2012379"/>
            <a:ext cx="5844124" cy="46674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00FF2-5C16-58FD-A6C4-E004363B3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280938"/>
            <a:ext cx="5101797" cy="33723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BEA44A-8F86-C8F2-7057-B42B2E8B6790}"/>
              </a:ext>
            </a:extLst>
          </p:cNvPr>
          <p:cNvSpPr txBox="1"/>
          <p:nvPr/>
        </p:nvSpPr>
        <p:spPr>
          <a:xfrm>
            <a:off x="581190" y="1289304"/>
            <a:ext cx="11187138" cy="39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Aptos Display" panose="020B000402020202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Question 10. </a:t>
            </a:r>
            <a:r>
              <a:rPr lang="en-US" altLang="zh-CN" sz="1800" b="1" kern="100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What is the area for cultivated crop? (3 Points) (Hint, area= number of pixels x size of a pixel)</a:t>
            </a:r>
            <a:endParaRPr lang="zh-CN" altLang="zh-CN" sz="1800" b="1" kern="100" dirty="0">
              <a:solidFill>
                <a:srgbClr val="0F4761"/>
              </a:solidFill>
              <a:effectLst/>
              <a:latin typeface="Aptos Display" panose="020B000402020202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39A71DE-C442-69BA-BB3C-C52749B82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592428"/>
            <a:ext cx="11029616" cy="63286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Lab 03</a:t>
            </a:r>
          </a:p>
        </p:txBody>
      </p:sp>
    </p:spTree>
    <p:extLst>
      <p:ext uri="{BB962C8B-B14F-4D97-AF65-F5344CB8AC3E}">
        <p14:creationId xmlns:p14="http://schemas.microsoft.com/office/powerpoint/2010/main" val="720521790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Week03_GEOG2475_Datum_Tuesday</Template>
  <TotalTime>102</TotalTime>
  <Words>135</Words>
  <Application>Microsoft Office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Aptos Display</vt:lpstr>
      <vt:lpstr>Arial Black</vt:lpstr>
      <vt:lpstr>Calibri</vt:lpstr>
      <vt:lpstr>Cambria Math</vt:lpstr>
      <vt:lpstr>Wingdings</vt:lpstr>
      <vt:lpstr>Wingdings 2</vt:lpstr>
      <vt:lpstr>2_DividendVTI</vt:lpstr>
      <vt:lpstr>DividendVTI</vt:lpstr>
      <vt:lpstr>1_DividendVTI</vt:lpstr>
      <vt:lpstr>Lab 03 &amp; 04 summary</vt:lpstr>
      <vt:lpstr>PowerPoint Presentation</vt:lpstr>
      <vt:lpstr>Lab 03</vt:lpstr>
      <vt:lpstr>Lab 03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Yanan Wu</dc:creator>
  <cp:lastModifiedBy>Yanan Wu</cp:lastModifiedBy>
  <cp:revision>4</cp:revision>
  <dcterms:created xsi:type="dcterms:W3CDTF">2025-09-22T00:49:12Z</dcterms:created>
  <dcterms:modified xsi:type="dcterms:W3CDTF">2025-09-22T21:14:31Z</dcterms:modified>
</cp:coreProperties>
</file>