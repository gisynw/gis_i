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</p:sldMasterIdLst>
  <p:notesMasterIdLst>
    <p:notesMasterId r:id="rId29"/>
  </p:notesMasterIdLst>
  <p:sldIdLst>
    <p:sldId id="914" r:id="rId3"/>
    <p:sldId id="323" r:id="rId4"/>
    <p:sldId id="1566" r:id="rId5"/>
    <p:sldId id="1577" r:id="rId6"/>
    <p:sldId id="1631" r:id="rId7"/>
    <p:sldId id="1633" r:id="rId8"/>
    <p:sldId id="1629" r:id="rId9"/>
    <p:sldId id="1551" r:id="rId10"/>
    <p:sldId id="1560" r:id="rId11"/>
    <p:sldId id="1561" r:id="rId12"/>
    <p:sldId id="1562" r:id="rId13"/>
    <p:sldId id="1621" r:id="rId14"/>
    <p:sldId id="1627" r:id="rId15"/>
    <p:sldId id="915" r:id="rId16"/>
    <p:sldId id="916" r:id="rId17"/>
    <p:sldId id="1628" r:id="rId18"/>
    <p:sldId id="1624" r:id="rId19"/>
    <p:sldId id="1625" r:id="rId20"/>
    <p:sldId id="1469" r:id="rId21"/>
    <p:sldId id="1623" r:id="rId22"/>
    <p:sldId id="1474" r:id="rId23"/>
    <p:sldId id="1476" r:id="rId24"/>
    <p:sldId id="1630" r:id="rId25"/>
    <p:sldId id="917" r:id="rId26"/>
    <p:sldId id="918" r:id="rId27"/>
    <p:sldId id="919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11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177616-8C77-4C41-B55F-F205E689F129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A20324-739D-4E0C-9336-87AA17CCA4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77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68438" y="598488"/>
            <a:ext cx="3709987" cy="20875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C425B1-C315-704D-8DF8-851BAA00D42D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80350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68438" y="598488"/>
            <a:ext cx="3709987" cy="20875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C425B1-C315-704D-8DF8-851BAA00D42D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80350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68438" y="598488"/>
            <a:ext cx="3709987" cy="20875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C425B1-C315-704D-8DF8-851BAA00D42D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80350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68438" y="598488"/>
            <a:ext cx="3709987" cy="20875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4C425B1-C315-704D-8DF8-851BAA00D42D}" type="slidenum">
              <a:rPr kumimoji="0" lang="en-US" sz="1000" b="0" i="1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MS PGothic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0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06870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4C425B1-C315-704D-8DF8-851BAA00D42D}" type="slidenum">
              <a:rPr kumimoji="0" lang="en-US" sz="1000" b="0" i="1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MS PGothic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0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05522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4C425B1-C315-704D-8DF8-851BAA00D42D}" type="slidenum">
              <a:rPr kumimoji="0" lang="en-US" sz="1000" b="0" i="1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MS PGothic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0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3319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4C425B1-C315-704D-8DF8-851BAA00D42D}" type="slidenum">
              <a:rPr kumimoji="0" lang="en-US" sz="1000" b="0" i="1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MS PGothic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0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17828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4C425B1-C315-704D-8DF8-851BAA00D42D}" type="slidenum">
              <a:rPr kumimoji="0" lang="en-US" sz="1000" b="0" i="1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MS PGothic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0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962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7/25/2025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847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7/25/2025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046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7/25/2025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415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7/25/2025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358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7/25/2025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247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7/25/2025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808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7/25/2025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71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7/25/2025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926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7/25/2025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853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7/25/2025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072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7/25/2025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426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 and body 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415600" y="7965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Arial Black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635685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7/25/2025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22429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7/25/2025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7801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7/25/2025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2236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7/25/2025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9469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7/25/2025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0881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7/25/2025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1320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7/25/2025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91922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7/25/2025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2496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7/25/2025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12476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7/25/2025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0359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7/25/2025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19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7/25/2025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64168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7/25/2025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12633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tif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75485B9-8EE1-447A-9C08-F7D6B532A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 descr="A colorful background with waves&#10;&#10;Description automatically generated with medium confidence">
            <a:extLst>
              <a:ext uri="{FF2B5EF4-FFF2-40B4-BE49-F238E27FC236}">
                <a16:creationId xmlns:a16="http://schemas.microsoft.com/office/drawing/2014/main" id="{1734BD9E-DDD5-C150-8BA0-0B1B13AE06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111"/>
          <a:stretch/>
        </p:blipFill>
        <p:spPr>
          <a:xfrm>
            <a:off x="20" y="0"/>
            <a:ext cx="12191980" cy="685798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963707F-B98C-4143-AFCF-D6B56C975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4059" y="457200"/>
            <a:ext cx="5010912" cy="9144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D2DFBB-460D-4ECB-BD76-509C99DAD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5583" y="601197"/>
            <a:ext cx="5009388" cy="578936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E3439C-E1CA-A039-1552-7B23AB700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7126" y="1178065"/>
            <a:ext cx="4687845" cy="2009774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WEEK 02 </a:t>
            </a:r>
            <a:r>
              <a:rPr lang="en-US" sz="4000" dirty="0" err="1">
                <a:solidFill>
                  <a:srgbClr val="FFFFFF"/>
                </a:solidFill>
              </a:rPr>
              <a:t>ArCGIS</a:t>
            </a:r>
            <a:r>
              <a:rPr lang="en-US" sz="4000" dirty="0">
                <a:solidFill>
                  <a:srgbClr val="FFFFFF"/>
                </a:solidFill>
              </a:rPr>
              <a:t> PRO</a:t>
            </a:r>
            <a:br>
              <a:rPr lang="en-US" sz="4000" dirty="0">
                <a:solidFill>
                  <a:srgbClr val="FFFFFF"/>
                </a:solidFill>
              </a:rPr>
            </a:br>
            <a:br>
              <a:rPr lang="en-US" sz="4000" dirty="0">
                <a:solidFill>
                  <a:srgbClr val="FFFFFF"/>
                </a:solidFill>
              </a:rPr>
            </a:br>
            <a:r>
              <a:rPr lang="en-US" sz="4000" dirty="0">
                <a:solidFill>
                  <a:srgbClr val="FFFFFF"/>
                </a:solidFill>
              </a:rPr>
              <a:t>lecture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D6AEC8-AD7D-2F2A-F638-325ACB8C9D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7126" y="3764707"/>
            <a:ext cx="4320228" cy="227747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Instructor: Yanan Wu</a:t>
            </a:r>
          </a:p>
          <a:p>
            <a:r>
              <a:rPr lang="en-US" sz="2800" dirty="0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2800" dirty="0" err="1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fALL</a:t>
            </a:r>
            <a:r>
              <a:rPr lang="en-US" sz="2800" dirty="0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2025</a:t>
            </a:r>
          </a:p>
          <a:p>
            <a:endParaRPr lang="en-US" sz="2800" dirty="0">
              <a:solidFill>
                <a:srgbClr val="FFFFFF">
                  <a:alpha val="75000"/>
                </a:srgb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1301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539E646-A625-4A26-86ED-BD90EDD3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39171204-6A50-40E1-B631-84CEDFC93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6C973F6-5187-412F-AACC-6E3FF8A6A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628" y="496959"/>
            <a:ext cx="1106164" cy="585973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11AE14F-1B7E-41E6-B579-2F71D1350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2856" y="496958"/>
            <a:ext cx="9961047" cy="36780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78BAB5-C1DE-8DAD-E76F-BECA6F24C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3715" y="708498"/>
            <a:ext cx="9618581" cy="333005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2.1</a:t>
            </a:r>
            <a:r>
              <a:rPr lang="en-US" sz="6000" b="0" kern="1200" cap="all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br>
              <a:rPr lang="en-US" sz="6000" b="0" kern="1200" cap="all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6000" b="0" kern="1200" cap="all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KEY ASSUMPTION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52BB805-F7B7-4B80-A1C5-385D4DAF7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2789" y="4284212"/>
            <a:ext cx="9961115" cy="2072481"/>
          </a:xfrm>
          <a:prstGeom prst="rect">
            <a:avLst/>
          </a:prstGeom>
          <a:solidFill>
            <a:srgbClr val="6C7781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6883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Content Placeholder 4"/>
          <p:cNvSpPr>
            <a:spLocks noGrp="1"/>
          </p:cNvSpPr>
          <p:nvPr>
            <p:ph idx="1"/>
          </p:nvPr>
        </p:nvSpPr>
        <p:spPr>
          <a:xfrm>
            <a:off x="1209914" y="1714584"/>
            <a:ext cx="10543659" cy="3514555"/>
          </a:xfrm>
        </p:spPr>
        <p:txBody>
          <a:bodyPr/>
          <a:lstStyle/>
          <a:p>
            <a:pPr marL="0" indent="0">
              <a:buNone/>
            </a:pPr>
            <a:r>
              <a:rPr lang="en-US" sz="3150" dirty="0">
                <a:ea typeface="MS PGothic" charset="0"/>
              </a:rPr>
              <a:t>A geographic information system is a computerized system designed for the storage, retrieval , </a:t>
            </a:r>
            <a:r>
              <a:rPr lang="en-US" sz="3600" b="1" i="1" dirty="0">
                <a:solidFill>
                  <a:srgbClr val="4A77AD"/>
                </a:solidFill>
                <a:ea typeface="MS PGothic" charset="0"/>
              </a:rPr>
              <a:t>visualization</a:t>
            </a:r>
            <a:r>
              <a:rPr lang="en-US" sz="3150" dirty="0">
                <a:ea typeface="MS PGothic" charset="0"/>
              </a:rPr>
              <a:t> and </a:t>
            </a:r>
            <a:r>
              <a:rPr lang="en-US" sz="4050" b="1" i="1" dirty="0">
                <a:solidFill>
                  <a:srgbClr val="4A77AD"/>
                </a:solidFill>
                <a:ea typeface="MS PGothic" charset="0"/>
              </a:rPr>
              <a:t>analysis</a:t>
            </a:r>
            <a:r>
              <a:rPr lang="en-US" sz="3150" b="1" i="1" dirty="0">
                <a:ea typeface="MS PGothic" charset="0"/>
              </a:rPr>
              <a:t> </a:t>
            </a:r>
            <a:r>
              <a:rPr lang="en-US" sz="3150" dirty="0">
                <a:ea typeface="MS PGothic" charset="0"/>
              </a:rPr>
              <a:t>of geographically referenced data</a:t>
            </a:r>
          </a:p>
          <a:p>
            <a:pPr marL="0" indent="0">
              <a:buNone/>
            </a:pPr>
            <a:endParaRPr lang="en-US" sz="3150" dirty="0">
              <a:ea typeface="MS PGothic" charset="0"/>
            </a:endParaRPr>
          </a:p>
          <a:p>
            <a:pPr marL="0" indent="0">
              <a:buNone/>
            </a:pPr>
            <a:endParaRPr lang="en-US" dirty="0">
              <a:latin typeface="Calibri" pitchFamily="34" charset="0"/>
              <a:ea typeface="MS PGothic" charset="0"/>
            </a:endParaRPr>
          </a:p>
          <a:p>
            <a:endParaRPr lang="en-US" dirty="0">
              <a:latin typeface="Calibri" pitchFamily="34" charset="0"/>
              <a:ea typeface="MS PGothic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7115" y="3945309"/>
            <a:ext cx="1896573" cy="18965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 descr="Image result for science symbol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09" y="4034862"/>
            <a:ext cx="1725131" cy="1717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80B9A8FB-5E99-F339-8160-51753B206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248" y="251776"/>
            <a:ext cx="7786307" cy="850065"/>
          </a:xfrm>
        </p:spPr>
        <p:txBody>
          <a:bodyPr/>
          <a:lstStyle/>
          <a:p>
            <a:r>
              <a:rPr lang="en-US" sz="4950" dirty="0">
                <a:solidFill>
                  <a:schemeClr val="tx1"/>
                </a:solidFill>
                <a:latin typeface="Calibri" panose="020F0502020204030204" pitchFamily="34" charset="0"/>
                <a:ea typeface="MS PGothic" charset="0"/>
                <a:cs typeface="Calibri" panose="020F0502020204030204" pitchFamily="34" charset="0"/>
              </a:rPr>
              <a:t>What is GIS?</a:t>
            </a: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298452FF-AE63-56F9-4CA2-2A81339E90DD}"/>
              </a:ext>
            </a:extLst>
          </p:cNvPr>
          <p:cNvSpPr txBox="1">
            <a:spLocks/>
          </p:cNvSpPr>
          <p:nvPr/>
        </p:nvSpPr>
        <p:spPr>
          <a:xfrm>
            <a:off x="9867720" y="6257787"/>
            <a:ext cx="2133495" cy="365108"/>
          </a:xfrm>
          <a:prstGeom prst="rect">
            <a:avLst/>
          </a:prstGeom>
        </p:spPr>
        <p:txBody>
          <a:bodyPr vert="horz" lIns="91310" tIns="45655" rIns="91310" bIns="45655" rtlCol="0" anchor="ctr"/>
          <a:lstStyle>
            <a:defPPr>
              <a:defRPr lang="en-US"/>
            </a:defPPr>
            <a:lvl1pPr algn="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accent4">
                    <a:lumMod val="10000"/>
                  </a:schemeClr>
                </a:solidFill>
                <a:latin typeface="Arial" charset="0"/>
                <a:ea typeface="MS PGothic" charset="0"/>
                <a:cs typeface="MS PGothic" charset="0"/>
              </a:defRPr>
            </a:lvl1pPr>
            <a:lvl2pPr marL="456743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913487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37023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1826971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283716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740460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197200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653943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pPr defTabSz="1028609">
              <a:defRPr/>
            </a:pPr>
            <a:fld id="{2061E86B-1A64-462B-9AE9-04820F395CD8}" type="slidenum">
              <a:rPr lang="en-US" sz="1350">
                <a:solidFill>
                  <a:srgbClr val="000000">
                    <a:lumMod val="10000"/>
                  </a:srgbClr>
                </a:solidFill>
                <a:latin typeface="Calibri" pitchFamily="34" charset="0"/>
                <a:cs typeface="Calibri" pitchFamily="34" charset="0"/>
              </a:rPr>
              <a:pPr defTabSz="1028609">
                <a:defRPr/>
              </a:pPr>
              <a:t>3</a:t>
            </a:fld>
            <a:endParaRPr lang="en-US" sz="1350" dirty="0">
              <a:solidFill>
                <a:srgbClr val="000000">
                  <a:lumMod val="10000"/>
                </a:srgbClr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046535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Content Placeholder 4"/>
          <p:cNvSpPr>
            <a:spLocks noGrp="1"/>
          </p:cNvSpPr>
          <p:nvPr>
            <p:ph idx="1"/>
          </p:nvPr>
        </p:nvSpPr>
        <p:spPr>
          <a:xfrm>
            <a:off x="695589" y="1028818"/>
            <a:ext cx="4886086" cy="4457483"/>
          </a:xfrm>
        </p:spPr>
        <p:txBody>
          <a:bodyPr/>
          <a:lstStyle/>
          <a:p>
            <a:pPr marL="0" indent="0">
              <a:buNone/>
            </a:pPr>
            <a:r>
              <a:rPr lang="en-US" sz="3150" dirty="0">
                <a:ea typeface="MS PGothic" charset="0"/>
              </a:rPr>
              <a:t>GIS uses </a:t>
            </a:r>
            <a:r>
              <a:rPr lang="en-US" sz="3600" b="1" i="1" dirty="0">
                <a:solidFill>
                  <a:srgbClr val="4A77AD"/>
                </a:solidFill>
                <a:ea typeface="MS PGothic" charset="0"/>
              </a:rPr>
              <a:t>advanced analytical tools </a:t>
            </a:r>
            <a:r>
              <a:rPr lang="en-US" sz="3150" dirty="0">
                <a:ea typeface="MS PGothic" charset="0"/>
              </a:rPr>
              <a:t>to explore at a </a:t>
            </a:r>
            <a:r>
              <a:rPr lang="en-US" sz="3150" dirty="0">
                <a:solidFill>
                  <a:srgbClr val="020323"/>
                </a:solidFill>
                <a:ea typeface="MS PGothic" charset="0"/>
              </a:rPr>
              <a:t>scientific level</a:t>
            </a:r>
            <a:r>
              <a:rPr lang="en-US" sz="3150" dirty="0">
                <a:ea typeface="MS PGothic" charset="0"/>
              </a:rPr>
              <a:t> the spatial relationships, patterns, and processes of biological, cultural, demographic, economic, and physical phenomena</a:t>
            </a:r>
          </a:p>
          <a:p>
            <a:pPr marL="0" indent="0">
              <a:buNone/>
            </a:pPr>
            <a:endParaRPr lang="en-US" dirty="0">
              <a:latin typeface="Calibri" pitchFamily="34" charset="0"/>
              <a:ea typeface="MS PGothic" charset="0"/>
            </a:endParaRPr>
          </a:p>
          <a:p>
            <a:endParaRPr lang="en-US" dirty="0">
              <a:latin typeface="Calibri" pitchFamily="34" charset="0"/>
              <a:ea typeface="MS PGothic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8493" y="600213"/>
            <a:ext cx="5603865" cy="5836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7370B4DC-44AA-21A9-807A-DAD463F283AC}"/>
              </a:ext>
            </a:extLst>
          </p:cNvPr>
          <p:cNvSpPr txBox="1">
            <a:spLocks/>
          </p:cNvSpPr>
          <p:nvPr/>
        </p:nvSpPr>
        <p:spPr>
          <a:xfrm>
            <a:off x="9867720" y="6257787"/>
            <a:ext cx="2133495" cy="365108"/>
          </a:xfrm>
          <a:prstGeom prst="rect">
            <a:avLst/>
          </a:prstGeom>
        </p:spPr>
        <p:txBody>
          <a:bodyPr vert="horz" lIns="91310" tIns="45655" rIns="91310" bIns="45655" rtlCol="0" anchor="ctr"/>
          <a:lstStyle>
            <a:defPPr>
              <a:defRPr lang="en-US"/>
            </a:defPPr>
            <a:lvl1pPr algn="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accent4">
                    <a:lumMod val="10000"/>
                  </a:schemeClr>
                </a:solidFill>
                <a:latin typeface="Arial" charset="0"/>
                <a:ea typeface="MS PGothic" charset="0"/>
                <a:cs typeface="MS PGothic" charset="0"/>
              </a:defRPr>
            </a:lvl1pPr>
            <a:lvl2pPr marL="456743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913487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37023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1826971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283716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740460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197200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653943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pPr defTabSz="1028609">
              <a:defRPr/>
            </a:pPr>
            <a:fld id="{2061E86B-1A64-462B-9AE9-04820F395CD8}" type="slidenum">
              <a:rPr lang="en-US" sz="1350">
                <a:solidFill>
                  <a:srgbClr val="000000">
                    <a:lumMod val="10000"/>
                  </a:srgbClr>
                </a:solidFill>
                <a:latin typeface="Calibri" pitchFamily="34" charset="0"/>
                <a:cs typeface="Calibri" pitchFamily="34" charset="0"/>
              </a:rPr>
              <a:pPr defTabSz="1028609">
                <a:defRPr/>
              </a:pPr>
              <a:t>4</a:t>
            </a:fld>
            <a:endParaRPr lang="en-US" sz="1350" dirty="0">
              <a:solidFill>
                <a:srgbClr val="000000">
                  <a:lumMod val="10000"/>
                </a:srgbClr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8148953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Content Placeholder 4"/>
          <p:cNvSpPr>
            <a:spLocks noGrp="1"/>
          </p:cNvSpPr>
          <p:nvPr>
            <p:ph idx="1"/>
          </p:nvPr>
        </p:nvSpPr>
        <p:spPr>
          <a:xfrm>
            <a:off x="952752" y="1714584"/>
            <a:ext cx="10543659" cy="4028877"/>
          </a:xfrm>
        </p:spPr>
        <p:txBody>
          <a:bodyPr/>
          <a:lstStyle/>
          <a:p>
            <a:pPr marL="0" indent="0">
              <a:buNone/>
            </a:pPr>
            <a:r>
              <a:rPr lang="en-US" sz="3150" dirty="0">
                <a:ea typeface="MS PGothic" charset="0"/>
              </a:rPr>
              <a:t>GIS is also a key technology for </a:t>
            </a:r>
            <a:br>
              <a:rPr lang="en-US" sz="3150" dirty="0">
                <a:ea typeface="MS PGothic" charset="0"/>
              </a:rPr>
            </a:br>
            <a:r>
              <a:rPr lang="en-US" sz="4050" b="1" i="1" dirty="0">
                <a:solidFill>
                  <a:srgbClr val="4A77AD"/>
                </a:solidFill>
                <a:ea typeface="MS PGothic" charset="0"/>
              </a:rPr>
              <a:t>managing the daily operations </a:t>
            </a:r>
            <a:r>
              <a:rPr lang="en-US" sz="3150" dirty="0">
                <a:ea typeface="MS PGothic" charset="0"/>
              </a:rPr>
              <a:t>of organizations</a:t>
            </a:r>
          </a:p>
          <a:p>
            <a:pPr marL="0" indent="0">
              <a:buNone/>
            </a:pPr>
            <a:endParaRPr lang="en-US" sz="2025" dirty="0">
              <a:ea typeface="MS PGothic" charset="0"/>
            </a:endParaRPr>
          </a:p>
          <a:p>
            <a:pPr marL="0" indent="0">
              <a:buNone/>
            </a:pPr>
            <a:r>
              <a:rPr lang="en-US" sz="3150" dirty="0">
                <a:ea typeface="MS PGothic" charset="0"/>
              </a:rPr>
              <a:t>GIS uses workflow guides (tasks), macros (Model Builder models), and apps to process the daily flow of new data and provide access to GIS results using mobile computing</a:t>
            </a:r>
          </a:p>
          <a:p>
            <a:pPr marL="0" indent="0">
              <a:buNone/>
            </a:pPr>
            <a:endParaRPr lang="en-US" dirty="0">
              <a:latin typeface="Calibri" pitchFamily="34" charset="0"/>
              <a:ea typeface="MS PGothic" charset="0"/>
            </a:endParaRPr>
          </a:p>
          <a:p>
            <a:endParaRPr lang="en-US" dirty="0">
              <a:latin typeface="Calibri" pitchFamily="34" charset="0"/>
              <a:ea typeface="MS PGothic" charset="0"/>
            </a:endParaRPr>
          </a:p>
        </p:txBody>
      </p:sp>
      <p:sp>
        <p:nvSpPr>
          <p:cNvPr id="6" name="AutoShape 2" descr="Image result for esri collector"/>
          <p:cNvSpPr>
            <a:spLocks noChangeAspect="1" noChangeArrowheads="1"/>
          </p:cNvSpPr>
          <p:nvPr/>
        </p:nvSpPr>
        <p:spPr bwMode="auto">
          <a:xfrm>
            <a:off x="175014" y="-162345"/>
            <a:ext cx="342883" cy="342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02865" tIns="51432" rIns="102865" bIns="51432" numCol="1" anchor="t" anchorCtr="0" compatLnSpc="1">
            <a:prstTxWarp prst="textNoShape">
              <a:avLst/>
            </a:prstTxWarp>
          </a:bodyPr>
          <a:lstStyle/>
          <a:p>
            <a:endParaRPr lang="en-US" sz="2025"/>
          </a:p>
        </p:txBody>
      </p:sp>
      <p:sp>
        <p:nvSpPr>
          <p:cNvPr id="7" name="AutoShape 4" descr="Image result for esri collector"/>
          <p:cNvSpPr>
            <a:spLocks noChangeAspect="1" noChangeArrowheads="1"/>
          </p:cNvSpPr>
          <p:nvPr/>
        </p:nvSpPr>
        <p:spPr bwMode="auto">
          <a:xfrm>
            <a:off x="346455" y="9097"/>
            <a:ext cx="342883" cy="342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02865" tIns="51432" rIns="102865" bIns="51432" numCol="1" anchor="t" anchorCtr="0" compatLnSpc="1">
            <a:prstTxWarp prst="textNoShape">
              <a:avLst/>
            </a:prstTxWarp>
          </a:bodyPr>
          <a:lstStyle/>
          <a:p>
            <a:endParaRPr lang="en-US" sz="2025"/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20EB901D-9AE7-0442-D1FF-FF0F77210FA3}"/>
              </a:ext>
            </a:extLst>
          </p:cNvPr>
          <p:cNvSpPr txBox="1">
            <a:spLocks/>
          </p:cNvSpPr>
          <p:nvPr/>
        </p:nvSpPr>
        <p:spPr>
          <a:xfrm>
            <a:off x="9867717" y="6343508"/>
            <a:ext cx="2132305" cy="366099"/>
          </a:xfrm>
          <a:prstGeom prst="rect">
            <a:avLst/>
          </a:prstGeom>
        </p:spPr>
        <p:txBody>
          <a:bodyPr vert="horz" lIns="90905" tIns="45452" rIns="90905" bIns="45452" rtlCol="0" anchor="ctr"/>
          <a:lstStyle>
            <a:defPPr>
              <a:defRPr lang="en-US"/>
            </a:defPPr>
            <a:lvl1pPr algn="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100" b="1" kern="1200">
                <a:solidFill>
                  <a:schemeClr val="bg1"/>
                </a:solidFill>
                <a:latin typeface="Helvetica" pitchFamily="34" charset="0"/>
                <a:ea typeface="MS PGothic" charset="0"/>
                <a:cs typeface="MS PGothic" charset="0"/>
              </a:defRPr>
            </a:lvl1pPr>
            <a:lvl2pPr marL="456609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913219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369827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1826433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283043" algn="l" defTabSz="456609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739653" algn="l" defTabSz="456609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196258" algn="l" defTabSz="456609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652867" algn="l" defTabSz="456609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fld id="{2061E86B-1A64-462B-9AE9-04820F395CD8}" type="slidenum">
              <a:rPr lang="en-US" sz="1237">
                <a:solidFill>
                  <a:srgbClr val="DADADA">
                    <a:lumMod val="10000"/>
                  </a:srgbClr>
                </a:solidFill>
                <a:latin typeface="Calibri" pitchFamily="34" charset="0"/>
                <a:cs typeface="Calibri" pitchFamily="34" charset="0"/>
              </a:rPr>
              <a:pPr/>
              <a:t>5</a:t>
            </a:fld>
            <a:endParaRPr lang="en-US" sz="1237" dirty="0">
              <a:solidFill>
                <a:srgbClr val="DADADA">
                  <a:lumMod val="10000"/>
                </a:srgbClr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925604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552797" y="2657513"/>
            <a:ext cx="9262156" cy="1971579"/>
          </a:xfrm>
          <a:prstGeom prst="rect">
            <a:avLst/>
          </a:prstGeom>
        </p:spPr>
        <p:txBody>
          <a:bodyPr/>
          <a:lstStyle>
            <a:lvl1pPr algn="l" defTabSz="105785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Calibri" pitchFamily="34" charset="0"/>
                <a:ea typeface="MS PGothic" pitchFamily="34" charset="-128"/>
                <a:cs typeface="Calibri" pitchFamily="34" charset="0"/>
              </a:defRPr>
            </a:lvl1pPr>
            <a:lvl2pPr algn="l" defTabSz="105785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charset="0"/>
                <a:ea typeface="MS PGothic" pitchFamily="34" charset="-128"/>
                <a:cs typeface="MS PGothic" charset="0"/>
              </a:defRPr>
            </a:lvl2pPr>
            <a:lvl3pPr algn="l" defTabSz="105785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charset="0"/>
                <a:ea typeface="MS PGothic" pitchFamily="34" charset="-128"/>
                <a:cs typeface="MS PGothic" charset="0"/>
              </a:defRPr>
            </a:lvl3pPr>
            <a:lvl4pPr algn="l" defTabSz="105785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charset="0"/>
                <a:ea typeface="MS PGothic" pitchFamily="34" charset="-128"/>
                <a:cs typeface="MS PGothic" charset="0"/>
              </a:defRPr>
            </a:lvl4pPr>
            <a:lvl5pPr algn="l" defTabSz="105785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charset="0"/>
                <a:ea typeface="MS PGothic" pitchFamily="34" charset="-128"/>
                <a:cs typeface="MS PGothic" charset="0"/>
              </a:defRPr>
            </a:lvl5pPr>
            <a:lvl6pPr marL="456766" algn="l" defTabSz="105785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charset="0"/>
              </a:defRPr>
            </a:lvl6pPr>
            <a:lvl7pPr marL="913533" algn="l" defTabSz="105785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charset="0"/>
              </a:defRPr>
            </a:lvl7pPr>
            <a:lvl8pPr marL="1370299" algn="l" defTabSz="105785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charset="0"/>
              </a:defRPr>
            </a:lvl8pPr>
            <a:lvl9pPr marL="1827062" algn="l" defTabSz="105785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ctr" defTabSz="1189984">
              <a:defRPr/>
            </a:pPr>
            <a:r>
              <a:rPr lang="en-US" sz="6074" dirty="0">
                <a:solidFill>
                  <a:srgbClr val="020323"/>
                </a:solidFill>
              </a:rPr>
              <a:t>Feature classes and </a:t>
            </a:r>
            <a:br>
              <a:rPr lang="en-US" sz="6074" dirty="0">
                <a:solidFill>
                  <a:srgbClr val="020323"/>
                </a:solidFill>
              </a:rPr>
            </a:br>
            <a:r>
              <a:rPr lang="en-US" sz="6074" dirty="0">
                <a:solidFill>
                  <a:srgbClr val="020323"/>
                </a:solidFill>
              </a:rPr>
              <a:t>map l</a:t>
            </a:r>
            <a:r>
              <a:rPr lang="en-US" sz="6074" dirty="0" err="1">
                <a:solidFill>
                  <a:srgbClr val="020323"/>
                </a:solidFill>
              </a:rPr>
              <a:t>ayers</a:t>
            </a:r>
            <a:endParaRPr lang="en-US" sz="6074" dirty="0">
              <a:solidFill>
                <a:srgbClr val="020323"/>
              </a:solidFill>
            </a:endParaRPr>
          </a:p>
          <a:p>
            <a:pPr defTabSz="1189984">
              <a:defRPr/>
            </a:pPr>
            <a:r>
              <a:rPr lang="en-US" sz="3150" b="0" dirty="0">
                <a:solidFill>
                  <a:srgbClr val="020323"/>
                </a:solidFill>
              </a:rPr>
              <a:t>                        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9182425" y="6356677"/>
            <a:ext cx="2844800" cy="365110"/>
          </a:xfrm>
          <a:prstGeom prst="rect">
            <a:avLst/>
          </a:prstGeom>
        </p:spPr>
        <p:txBody>
          <a:bodyPr vert="horz" lIns="115782" tIns="57891" rIns="115782" bIns="57891" rtlCol="0" anchor="ctr"/>
          <a:lstStyle>
            <a:defPPr>
              <a:defRPr lang="en-US"/>
            </a:defPPr>
            <a:lvl1pPr algn="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accent4">
                    <a:lumMod val="10000"/>
                  </a:schemeClr>
                </a:solidFill>
                <a:latin typeface="Arial" charset="0"/>
                <a:ea typeface="MS PGothic" charset="0"/>
                <a:cs typeface="MS PGothic" charset="0"/>
              </a:defRPr>
            </a:lvl1pPr>
            <a:lvl2pPr marL="456834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91367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370504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1827337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284172" algn="l" defTabSz="456834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741008" algn="l" defTabSz="456834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197840" algn="l" defTabSz="456834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654674" algn="l" defTabSz="456834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pPr defTabSz="1028609">
              <a:defRPr/>
            </a:pPr>
            <a:fld id="{2061E86B-1A64-462B-9AE9-04820F395CD8}" type="slidenum">
              <a:rPr lang="en-US" sz="1350">
                <a:solidFill>
                  <a:srgbClr val="DADADA">
                    <a:lumMod val="10000"/>
                  </a:srgbClr>
                </a:solidFill>
                <a:latin typeface="Calibri" pitchFamily="34" charset="0"/>
                <a:cs typeface="Calibri" pitchFamily="34" charset="0"/>
              </a:rPr>
              <a:pPr defTabSz="1028609">
                <a:defRPr/>
              </a:pPr>
              <a:t>6</a:t>
            </a:fld>
            <a:endParaRPr lang="en-US" sz="1350" dirty="0">
              <a:solidFill>
                <a:srgbClr val="DADADA">
                  <a:lumMod val="10000"/>
                </a:srgbClr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5516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1310" y="857376"/>
            <a:ext cx="10629381" cy="5143249"/>
          </a:xfrm>
        </p:spPr>
        <p:txBody>
          <a:bodyPr/>
          <a:lstStyle/>
          <a:p>
            <a:pPr marL="0" indent="0">
              <a:spcBef>
                <a:spcPts val="1799"/>
              </a:spcBef>
              <a:buClr>
                <a:srgbClr val="C00000"/>
              </a:buClr>
              <a:buNone/>
            </a:pPr>
            <a:r>
              <a:rPr lang="en-US" dirty="0">
                <a:ea typeface="MS PGothic" charset="0"/>
              </a:rPr>
              <a:t>GIS stores related geographic features as separate collections of files called </a:t>
            </a:r>
            <a:r>
              <a:rPr lang="en-US" sz="4050" b="1" dirty="0">
                <a:solidFill>
                  <a:srgbClr val="4A77AD"/>
                </a:solidFill>
                <a:ea typeface="MS PGothic" charset="0"/>
              </a:rPr>
              <a:t>feature classes</a:t>
            </a:r>
            <a:r>
              <a:rPr lang="en-US" dirty="0">
                <a:solidFill>
                  <a:srgbClr val="4A77AD"/>
                </a:solidFill>
                <a:ea typeface="MS PGothic" charset="0"/>
              </a:rPr>
              <a:t> </a:t>
            </a:r>
          </a:p>
          <a:p>
            <a:pPr lvl="3">
              <a:spcBef>
                <a:spcPts val="1799"/>
              </a:spcBef>
              <a:buClr>
                <a:srgbClr val="4A77AD"/>
              </a:buClr>
              <a:buFont typeface="Arial" pitchFamily="34" charset="0"/>
              <a:buChar char="•"/>
            </a:pPr>
            <a:r>
              <a:rPr lang="en-US" dirty="0">
                <a:solidFill>
                  <a:schemeClr val="bg2"/>
                </a:solidFill>
                <a:latin typeface="Calibri" pitchFamily="34" charset="0"/>
                <a:ea typeface="MS PGothic" charset="0"/>
              </a:rPr>
              <a:t>can be easily reused, assembled into any number of map compositions, </a:t>
            </a:r>
            <a:br>
              <a:rPr lang="en-US" dirty="0">
                <a:solidFill>
                  <a:schemeClr val="bg2"/>
                </a:solidFill>
                <a:latin typeface="Calibri" pitchFamily="34" charset="0"/>
                <a:ea typeface="MS PGothic" charset="0"/>
              </a:rPr>
            </a:br>
            <a:r>
              <a:rPr lang="en-US" dirty="0">
                <a:solidFill>
                  <a:schemeClr val="bg2"/>
                </a:solidFill>
                <a:latin typeface="Calibri" pitchFamily="34" charset="0"/>
                <a:ea typeface="MS PGothic" charset="0"/>
              </a:rPr>
              <a:t>and overlaid for analysis</a:t>
            </a:r>
          </a:p>
          <a:p>
            <a:pPr lvl="3">
              <a:spcBef>
                <a:spcPts val="1799"/>
              </a:spcBef>
              <a:buClr>
                <a:srgbClr val="4A77AD"/>
              </a:buClr>
              <a:buFont typeface="Arial" pitchFamily="34" charset="0"/>
              <a:buChar char="•"/>
            </a:pPr>
            <a:r>
              <a:rPr lang="en-US" dirty="0">
                <a:solidFill>
                  <a:schemeClr val="bg2"/>
                </a:solidFill>
                <a:latin typeface="Calibri" pitchFamily="34" charset="0"/>
                <a:ea typeface="MS PGothic" charset="0"/>
              </a:rPr>
              <a:t>are associated with attribute tables of data</a:t>
            </a:r>
          </a:p>
          <a:p>
            <a:pPr marL="0" indent="0">
              <a:spcBef>
                <a:spcPts val="1799"/>
              </a:spcBef>
              <a:buClr>
                <a:srgbClr val="C00000"/>
              </a:buClr>
              <a:buNone/>
            </a:pPr>
            <a:endParaRPr lang="en-US" sz="2250" dirty="0">
              <a:ea typeface="MS PGothic" charset="0"/>
            </a:endParaRPr>
          </a:p>
          <a:p>
            <a:pPr marL="0" indent="0">
              <a:spcBef>
                <a:spcPts val="0"/>
              </a:spcBef>
              <a:buClr>
                <a:srgbClr val="C00000"/>
              </a:buClr>
              <a:buNone/>
            </a:pPr>
            <a:r>
              <a:rPr lang="en-US" dirty="0">
                <a:ea typeface="MS PGothic" charset="0"/>
              </a:rPr>
              <a:t>When symbolized and displayed as part of a map, a feature class is called a </a:t>
            </a:r>
            <a:br>
              <a:rPr lang="en-US" dirty="0">
                <a:ea typeface="MS PGothic" charset="0"/>
              </a:rPr>
            </a:br>
            <a:r>
              <a:rPr lang="en-US" sz="2250" dirty="0">
                <a:ea typeface="MS PGothic" charset="0"/>
              </a:rPr>
              <a:t>				</a:t>
            </a:r>
            <a:r>
              <a:rPr lang="en-US" sz="4050" b="1" dirty="0">
                <a:solidFill>
                  <a:srgbClr val="4A77AD"/>
                </a:solidFill>
                <a:ea typeface="MS PGothic" charset="0"/>
              </a:rPr>
              <a:t>map layer</a:t>
            </a:r>
            <a:endParaRPr lang="en-US" sz="4050" dirty="0">
              <a:solidFill>
                <a:srgbClr val="4A77AD"/>
              </a:solidFill>
              <a:ea typeface="MS PGothic" charset="0"/>
            </a:endParaRPr>
          </a:p>
          <a:p>
            <a:pPr marL="0" indent="0">
              <a:spcBef>
                <a:spcPts val="1799"/>
              </a:spcBef>
              <a:buClr>
                <a:srgbClr val="C00000"/>
              </a:buClr>
              <a:buNone/>
            </a:pPr>
            <a:br>
              <a:rPr lang="en-US" sz="3150" dirty="0">
                <a:ea typeface="MS PGothic" charset="0"/>
              </a:rPr>
            </a:br>
            <a:r>
              <a:rPr lang="en-US" sz="3150" dirty="0">
                <a:ea typeface="MS PGothic" charset="0"/>
              </a:rPr>
              <a:t>	</a:t>
            </a:r>
            <a:endParaRPr lang="en-US" sz="3600" dirty="0">
              <a:ea typeface="MS PGothic" charset="0"/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7952728" y="5658659"/>
            <a:ext cx="2529540" cy="325437"/>
          </a:xfrm>
          <a:prstGeom prst="rect">
            <a:avLst/>
          </a:prstGeom>
        </p:spPr>
        <p:txBody>
          <a:bodyPr vert="horz" lIns="91369" tIns="45682" rIns="91369" bIns="45682" rtlCol="0" anchor="ctr"/>
          <a:lstStyle>
            <a:defPPr>
              <a:defRPr lang="en-US"/>
            </a:defPPr>
            <a:lvl1pPr algn="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accent4">
                    <a:lumMod val="10000"/>
                  </a:schemeClr>
                </a:solidFill>
                <a:latin typeface="Calibri Light" panose="020F0302020204030204" pitchFamily="34" charset="0"/>
                <a:ea typeface="MS PGothic" charset="0"/>
                <a:cs typeface="Calibri Light" panose="020F0302020204030204" pitchFamily="34" charset="0"/>
              </a:defRPr>
            </a:lvl1pPr>
            <a:lvl2pPr marL="456609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913219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369827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1826433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283043" algn="l" defTabSz="456609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739653" algn="l" defTabSz="456609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196258" algn="l" defTabSz="456609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652867" algn="l" defTabSz="456609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pPr algn="r" defTabSz="1028609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fld id="{2D683084-1C95-4A39-92F3-BB20E749C4C2}" type="slidenum">
              <a:rPr lang="en-US" smtClean="0"/>
              <a:pPr/>
              <a:t>7</a:t>
            </a:fld>
            <a:endParaRPr lang="en-US" sz="1350" dirty="0">
              <a:solidFill>
                <a:srgbClr val="FFFFFF"/>
              </a:solidFill>
              <a:latin typeface="Calibri" pitchFamily="34" charset="0"/>
              <a:ea typeface="MS PGothic" charset="0"/>
              <a:cs typeface="Calibri" pitchFamily="34" charset="0"/>
            </a:endParaRPr>
          </a:p>
        </p:txBody>
      </p:sp>
      <p:sp>
        <p:nvSpPr>
          <p:cNvPr id="6" name="Slide Number Placeholder 2"/>
          <p:cNvSpPr txBox="1">
            <a:spLocks/>
          </p:cNvSpPr>
          <p:nvPr/>
        </p:nvSpPr>
        <p:spPr>
          <a:xfrm>
            <a:off x="8946382" y="6365848"/>
            <a:ext cx="2845594" cy="366099"/>
          </a:xfrm>
          <a:prstGeom prst="rect">
            <a:avLst/>
          </a:prstGeom>
        </p:spPr>
        <p:txBody>
          <a:bodyPr vert="horz" lIns="102785" tIns="51390" rIns="102785" bIns="51390" rtlCol="0" anchor="ctr"/>
          <a:lstStyle>
            <a:defPPr>
              <a:defRPr lang="en-US"/>
            </a:defPPr>
            <a:lvl1pPr algn="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accent4">
                    <a:lumMod val="10000"/>
                  </a:schemeClr>
                </a:solidFill>
                <a:latin typeface="Calibri Light" panose="020F0302020204030204" pitchFamily="34" charset="0"/>
                <a:ea typeface="MS PGothic" charset="0"/>
                <a:cs typeface="Calibri Light" panose="020F0302020204030204" pitchFamily="34" charset="0"/>
              </a:defRPr>
            </a:lvl1pPr>
            <a:lvl2pPr marL="456474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912949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369423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1825895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282371" algn="l" defTabSz="456474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738846" algn="l" defTabSz="456474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195318" algn="l" defTabSz="456474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651791" algn="l" defTabSz="456474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pPr defTabSz="1028609">
              <a:defRPr/>
            </a:pPr>
            <a:r>
              <a:rPr lang="en-US" sz="1350" dirty="0">
                <a:solidFill>
                  <a:srgbClr val="DADADA">
                    <a:lumMod val="10000"/>
                  </a:srgbClr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19980154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552" y="168"/>
            <a:ext cx="10714897" cy="6548945"/>
          </a:xfrm>
          <a:prstGeom prst="rect">
            <a:avLst/>
          </a:prstGeom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266985" y="5572020"/>
            <a:ext cx="5343264" cy="1066727"/>
          </a:xfrm>
          <a:prstGeom prst="rect">
            <a:avLst/>
          </a:prstGeom>
        </p:spPr>
        <p:txBody>
          <a:bodyPr vert="horz" lIns="91224" tIns="45612" rIns="91224" bIns="45612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5722" indent="-205722" algn="ctr" defTabSz="1028609">
              <a:lnSpc>
                <a:spcPct val="90000"/>
              </a:lnSpc>
              <a:buClr>
                <a:srgbClr val="93A299"/>
              </a:buClr>
              <a:buNone/>
              <a:defRPr/>
            </a:pPr>
            <a:r>
              <a:rPr lang="en-US" sz="3600" b="1" dirty="0">
                <a:solidFill>
                  <a:srgbClr val="292934"/>
                </a:solidFill>
                <a:latin typeface="Calibri" panose="020F0502020204030204" pitchFamily="34" charset="0"/>
                <a:ea typeface="MS PGothic" charset="0"/>
              </a:rPr>
              <a:t>Physical </a:t>
            </a:r>
            <a:r>
              <a:rPr lang="en-US" sz="2700" dirty="0">
                <a:solidFill>
                  <a:srgbClr val="292934"/>
                </a:solidFill>
                <a:latin typeface="Calibri" panose="020F0502020204030204" pitchFamily="34" charset="0"/>
                <a:ea typeface="MS PGothic" charset="0"/>
              </a:rPr>
              <a:t>features</a:t>
            </a:r>
            <a:r>
              <a:rPr lang="en-US" sz="3600" b="1" dirty="0">
                <a:solidFill>
                  <a:srgbClr val="292934"/>
                </a:solidFill>
                <a:latin typeface="Calibri" panose="020F0502020204030204" pitchFamily="34" charset="0"/>
                <a:ea typeface="MS PGothic" charset="0"/>
              </a:rPr>
              <a:t> </a:t>
            </a:r>
            <a:endParaRPr lang="en-US" sz="2700" b="1" dirty="0">
              <a:solidFill>
                <a:srgbClr val="292934"/>
              </a:solidFill>
              <a:latin typeface="Calibri" panose="020F0502020204030204" pitchFamily="34" charset="0"/>
              <a:ea typeface="MS PGothic" charset="0"/>
            </a:endParaRPr>
          </a:p>
          <a:p>
            <a:pPr marL="205722" indent="-205722" algn="ctr" defTabSz="1028609">
              <a:lnSpc>
                <a:spcPct val="90000"/>
              </a:lnSpc>
              <a:buClr>
                <a:srgbClr val="93A299"/>
              </a:buClr>
              <a:buNone/>
              <a:defRPr/>
            </a:pPr>
            <a:r>
              <a:rPr lang="en-US" sz="2700" dirty="0">
                <a:solidFill>
                  <a:srgbClr val="292934"/>
                </a:solidFill>
                <a:latin typeface="Calibri" panose="020F0502020204030204" pitchFamily="34" charset="0"/>
                <a:ea typeface="MS PGothic" charset="0"/>
              </a:rPr>
              <a:t>(lakes, parks, rivers, roads, etc.)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1028609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fld id="{2061E86B-1A64-462B-9AE9-04820F395CD8}" type="slidenum">
              <a:rPr lang="en-US" sz="1237" b="1">
                <a:solidFill>
                  <a:srgbClr val="FFFFFF"/>
                </a:solidFill>
                <a:latin typeface="Helvetica" pitchFamily="34" charset="0"/>
                <a:ea typeface="MS PGothic" charset="0"/>
              </a:rPr>
              <a:pPr defTabSz="1028609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US" sz="1237" b="1" dirty="0">
              <a:solidFill>
                <a:srgbClr val="FFFFFF"/>
              </a:solidFill>
              <a:latin typeface="Helvetica" pitchFamily="34" charset="0"/>
              <a:ea typeface="MS PGothic" charset="0"/>
            </a:endParaRP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90FECFCE-6F0C-1DA9-FF86-6AE65D528BEF}"/>
              </a:ext>
            </a:extLst>
          </p:cNvPr>
          <p:cNvSpPr txBox="1">
            <a:spLocks/>
          </p:cNvSpPr>
          <p:nvPr/>
        </p:nvSpPr>
        <p:spPr>
          <a:xfrm>
            <a:off x="9867720" y="6257787"/>
            <a:ext cx="2133495" cy="365108"/>
          </a:xfrm>
          <a:prstGeom prst="rect">
            <a:avLst/>
          </a:prstGeom>
        </p:spPr>
        <p:txBody>
          <a:bodyPr vert="horz" lIns="91310" tIns="45655" rIns="91310" bIns="45655" rtlCol="0" anchor="ctr"/>
          <a:lstStyle>
            <a:defPPr>
              <a:defRPr lang="en-US"/>
            </a:defPPr>
            <a:lvl1pPr algn="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accent4">
                    <a:lumMod val="10000"/>
                  </a:schemeClr>
                </a:solidFill>
                <a:latin typeface="Arial" charset="0"/>
                <a:ea typeface="MS PGothic" charset="0"/>
                <a:cs typeface="MS PGothic" charset="0"/>
              </a:defRPr>
            </a:lvl1pPr>
            <a:lvl2pPr marL="456743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913487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37023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1826971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283716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740460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197200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653943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pPr defTabSz="1028609">
              <a:defRPr/>
            </a:pPr>
            <a:fld id="{2061E86B-1A64-462B-9AE9-04820F395CD8}" type="slidenum">
              <a:rPr lang="en-US" sz="1350">
                <a:solidFill>
                  <a:srgbClr val="000000">
                    <a:lumMod val="10000"/>
                  </a:srgbClr>
                </a:solidFill>
                <a:latin typeface="Calibri" pitchFamily="34" charset="0"/>
                <a:cs typeface="Calibri" pitchFamily="34" charset="0"/>
              </a:rPr>
              <a:pPr defTabSz="1028609">
                <a:defRPr/>
              </a:pPr>
              <a:t>8</a:t>
            </a:fld>
            <a:endParaRPr lang="en-US" sz="1350" dirty="0">
              <a:solidFill>
                <a:srgbClr val="000000">
                  <a:lumMod val="10000"/>
                </a:srgbClr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0855579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1309"/>
          <a:stretch/>
        </p:blipFill>
        <p:spPr>
          <a:xfrm>
            <a:off x="609868" y="168"/>
            <a:ext cx="10720711" cy="6466778"/>
          </a:xfrm>
          <a:prstGeom prst="rect">
            <a:avLst/>
          </a:prstGeom>
        </p:spPr>
      </p:pic>
      <p:sp>
        <p:nvSpPr>
          <p:cNvPr id="10" name="Content Placeholder 2"/>
          <p:cNvSpPr txBox="1">
            <a:spLocks/>
          </p:cNvSpPr>
          <p:nvPr/>
        </p:nvSpPr>
        <p:spPr>
          <a:xfrm>
            <a:off x="524147" y="5605354"/>
            <a:ext cx="8229198" cy="447653"/>
          </a:xfrm>
          <a:prstGeom prst="rect">
            <a:avLst/>
          </a:prstGeom>
        </p:spPr>
        <p:txBody>
          <a:bodyPr vert="horz" lIns="91224" tIns="45612" rIns="91224" bIns="45612" rtlCol="0">
            <a:no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93A299"/>
              </a:buClr>
              <a:buNone/>
              <a:defRPr/>
            </a:pPr>
            <a:r>
              <a:rPr lang="en-US" sz="3600" b="1" dirty="0">
                <a:solidFill>
                  <a:srgbClr val="292934"/>
                </a:solidFill>
                <a:latin typeface="Calibri" panose="020F0502020204030204" pitchFamily="34" charset="0"/>
                <a:ea typeface="MS PGothic" charset="0"/>
              </a:rPr>
              <a:t>Political </a:t>
            </a:r>
            <a:r>
              <a:rPr lang="en-US" sz="2700" dirty="0">
                <a:solidFill>
                  <a:srgbClr val="292934"/>
                </a:solidFill>
                <a:latin typeface="Calibri" panose="020F0502020204030204" pitchFamily="34" charset="0"/>
                <a:ea typeface="MS PGothic" charset="0"/>
              </a:rPr>
              <a:t>features</a:t>
            </a:r>
            <a:endParaRPr lang="en-US" sz="2700" b="1" dirty="0">
              <a:solidFill>
                <a:srgbClr val="292934"/>
              </a:solidFill>
              <a:latin typeface="Calibri" panose="020F0502020204030204" pitchFamily="34" charset="0"/>
              <a:ea typeface="MS PGothic" charset="0"/>
            </a:endParaRPr>
          </a:p>
          <a:p>
            <a:pPr marL="205722" indent="-205722" algn="ctr" defTabSz="1028609">
              <a:lnSpc>
                <a:spcPct val="90000"/>
              </a:lnSpc>
              <a:buClr>
                <a:srgbClr val="93A299"/>
              </a:buClr>
              <a:buNone/>
              <a:defRPr/>
            </a:pPr>
            <a:r>
              <a:rPr lang="en-US" sz="2700" dirty="0">
                <a:solidFill>
                  <a:srgbClr val="292934"/>
                </a:solidFill>
                <a:latin typeface="Calibri" panose="020F0502020204030204" pitchFamily="34" charset="0"/>
                <a:ea typeface="MS PGothic" charset="0"/>
              </a:rPr>
              <a:t>(states, provinces, municipalities, neighborhoods)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1028609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fld id="{2061E86B-1A64-462B-9AE9-04820F395CD8}" type="slidenum">
              <a:rPr lang="en-US" sz="1237" b="1">
                <a:solidFill>
                  <a:srgbClr val="FFFFFF"/>
                </a:solidFill>
                <a:latin typeface="Helvetica" pitchFamily="34" charset="0"/>
                <a:ea typeface="MS PGothic" charset="0"/>
              </a:rPr>
              <a:pPr defTabSz="1028609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US" sz="1237" b="1" dirty="0">
              <a:solidFill>
                <a:srgbClr val="FFFFFF"/>
              </a:solidFill>
              <a:latin typeface="Helvetica" pitchFamily="34" charset="0"/>
              <a:ea typeface="MS PGothic" charset="0"/>
            </a:endParaRP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2F325F3B-568A-A995-7C8A-B0D8BA7AFE1A}"/>
              </a:ext>
            </a:extLst>
          </p:cNvPr>
          <p:cNvSpPr txBox="1">
            <a:spLocks/>
          </p:cNvSpPr>
          <p:nvPr/>
        </p:nvSpPr>
        <p:spPr>
          <a:xfrm>
            <a:off x="9867720" y="6257787"/>
            <a:ext cx="2133495" cy="365108"/>
          </a:xfrm>
          <a:prstGeom prst="rect">
            <a:avLst/>
          </a:prstGeom>
        </p:spPr>
        <p:txBody>
          <a:bodyPr vert="horz" lIns="91310" tIns="45655" rIns="91310" bIns="45655" rtlCol="0" anchor="ctr"/>
          <a:lstStyle>
            <a:defPPr>
              <a:defRPr lang="en-US"/>
            </a:defPPr>
            <a:lvl1pPr algn="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accent4">
                    <a:lumMod val="10000"/>
                  </a:schemeClr>
                </a:solidFill>
                <a:latin typeface="Arial" charset="0"/>
                <a:ea typeface="MS PGothic" charset="0"/>
                <a:cs typeface="MS PGothic" charset="0"/>
              </a:defRPr>
            </a:lvl1pPr>
            <a:lvl2pPr marL="456743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913487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37023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1826971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283716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740460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197200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653943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pPr defTabSz="1028609">
              <a:defRPr/>
            </a:pPr>
            <a:fld id="{2061E86B-1A64-462B-9AE9-04820F395CD8}" type="slidenum">
              <a:rPr lang="en-US" sz="1350">
                <a:solidFill>
                  <a:srgbClr val="000000">
                    <a:lumMod val="10000"/>
                  </a:srgbClr>
                </a:solidFill>
                <a:latin typeface="Calibri" pitchFamily="34" charset="0"/>
                <a:cs typeface="Calibri" pitchFamily="34" charset="0"/>
              </a:rPr>
              <a:pPr defTabSz="1028609">
                <a:defRPr/>
              </a:pPr>
              <a:t>9</a:t>
            </a:fld>
            <a:endParaRPr lang="en-US" sz="1350" dirty="0">
              <a:solidFill>
                <a:srgbClr val="000000">
                  <a:lumMod val="10000"/>
                </a:srgbClr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1536304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552" y="154528"/>
            <a:ext cx="10714897" cy="6548945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05388" y="5143417"/>
            <a:ext cx="4286041" cy="1556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260" tIns="45630" rIns="91260" bIns="45630" numCol="1" anchor="t" anchorCtr="0" compatLnSpc="1">
            <a:prstTxWarp prst="textNoShape">
              <a:avLst/>
            </a:prstTxWarp>
            <a:noAutofit/>
          </a:bodyPr>
          <a:lstStyle>
            <a:lvl1pPr marL="304359" indent="-304359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82701"/>
              </a:buClr>
              <a:buSzPct val="50000"/>
              <a:buFont typeface="Wingdings 3" pitchFamily="18" charset="2"/>
              <a:buChar char="u"/>
              <a:defRPr sz="2501" baseline="0">
                <a:solidFill>
                  <a:schemeClr val="tx1"/>
                </a:solidFill>
                <a:latin typeface="+mn-lt"/>
                <a:ea typeface="+mn-ea"/>
                <a:cs typeface="Osaka" charset="-128"/>
              </a:defRPr>
            </a:lvl1pPr>
            <a:lvl2pPr marL="659443" indent="-253636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82701"/>
              </a:buClr>
              <a:buSzPct val="100000"/>
              <a:buFont typeface="Wingdings" pitchFamily="2" charset="2"/>
              <a:buChar char="§"/>
              <a:defRPr sz="2100" baseline="0">
                <a:solidFill>
                  <a:schemeClr val="tx1"/>
                </a:solidFill>
                <a:latin typeface="+mn-lt"/>
                <a:ea typeface="+mn-ea"/>
                <a:cs typeface="Osaka" charset="-128"/>
              </a:defRPr>
            </a:lvl2pPr>
            <a:lvl3pPr marL="1014530" indent="-20291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82701"/>
              </a:buClr>
              <a:buSzPct val="50000"/>
              <a:buFont typeface="Wingdings" pitchFamily="2" charset="2"/>
              <a:buChar char="q"/>
              <a:defRPr sz="2100" baseline="0">
                <a:solidFill>
                  <a:schemeClr val="tx1"/>
                </a:solidFill>
                <a:latin typeface="+mn-lt"/>
                <a:ea typeface="+mn-ea"/>
                <a:cs typeface="Osaka" charset="-128"/>
              </a:defRPr>
            </a:lvl3pPr>
            <a:lvl4pPr marL="1420341" indent="-20291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82701"/>
              </a:buClr>
              <a:buFont typeface="Arial" pitchFamily="34" charset="0"/>
              <a:buChar char="•"/>
              <a:defRPr sz="2100" baseline="0">
                <a:solidFill>
                  <a:schemeClr val="tx1"/>
                </a:solidFill>
                <a:latin typeface="+mn-lt"/>
                <a:ea typeface="+mn-ea"/>
                <a:cs typeface="Osaka" charset="-128"/>
              </a:defRPr>
            </a:lvl4pPr>
            <a:lvl5pPr marL="2029057" indent="-405818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50000"/>
              <a:buFont typeface="Courier New" pitchFamily="49" charset="0"/>
              <a:buChar char="o"/>
              <a:defRPr sz="2100" baseline="0">
                <a:solidFill>
                  <a:schemeClr val="tx1"/>
                </a:solidFill>
                <a:latin typeface="+mn-lt"/>
                <a:ea typeface="+mn-ea"/>
                <a:cs typeface="Osaka" charset="-128"/>
              </a:defRPr>
            </a:lvl5pPr>
            <a:lvl6pPr marL="2231954" indent="-202910" algn="l" rtl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rgbClr val="00005E"/>
                </a:solidFill>
                <a:latin typeface="+mn-lt"/>
                <a:ea typeface="+mn-ea"/>
              </a:defRPr>
            </a:lvl6pPr>
            <a:lvl7pPr marL="2637772" indent="-202910" algn="l" rtl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rgbClr val="00005E"/>
                </a:solidFill>
                <a:latin typeface="+mn-lt"/>
                <a:ea typeface="+mn-ea"/>
              </a:defRPr>
            </a:lvl7pPr>
            <a:lvl8pPr marL="3043589" indent="-202910" algn="l" rtl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rgbClr val="00005E"/>
                </a:solidFill>
                <a:latin typeface="+mn-lt"/>
                <a:ea typeface="+mn-ea"/>
              </a:defRPr>
            </a:lvl8pPr>
            <a:lvl9pPr marL="3449396" indent="-202910" algn="l" rtl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rgbClr val="00005E"/>
                </a:solidFill>
                <a:latin typeface="+mn-lt"/>
                <a:ea typeface="+mn-ea"/>
              </a:defRPr>
            </a:lvl9pPr>
          </a:lstStyle>
          <a:p>
            <a:pPr algn="ctr">
              <a:lnSpc>
                <a:spcPct val="100000"/>
              </a:lnSpc>
              <a:spcBef>
                <a:spcPts val="112"/>
              </a:spcBef>
              <a:buNone/>
              <a:defRPr/>
            </a:pPr>
            <a:r>
              <a:rPr lang="en-US" sz="3600" b="1" kern="0" dirty="0">
                <a:solidFill>
                  <a:srgbClr val="000000"/>
                </a:solidFill>
                <a:latin typeface="Calibri" panose="020F0502020204030204" pitchFamily="34" charset="0"/>
                <a:ea typeface="MS PGothic" charset="0"/>
              </a:rPr>
              <a:t>Statistical </a:t>
            </a:r>
            <a:r>
              <a:rPr lang="en-US" sz="2700" dirty="0">
                <a:solidFill>
                  <a:srgbClr val="292934"/>
                </a:solidFill>
                <a:latin typeface="Calibri" panose="020F0502020204030204" pitchFamily="34" charset="0"/>
                <a:ea typeface="MS PGothic" charset="0"/>
              </a:rPr>
              <a:t>features</a:t>
            </a:r>
          </a:p>
          <a:p>
            <a:pPr algn="ctr">
              <a:lnSpc>
                <a:spcPct val="100000"/>
              </a:lnSpc>
              <a:spcBef>
                <a:spcPts val="112"/>
              </a:spcBef>
              <a:buNone/>
              <a:defRPr/>
            </a:pPr>
            <a:r>
              <a:rPr lang="en-US" sz="2700" kern="0" dirty="0">
                <a:solidFill>
                  <a:srgbClr val="000000"/>
                </a:solidFill>
                <a:latin typeface="Calibri" panose="020F0502020204030204" pitchFamily="34" charset="0"/>
                <a:ea typeface="MS PGothic" charset="0"/>
              </a:rPr>
              <a:t>(Census tracts)</a:t>
            </a:r>
          </a:p>
          <a:p>
            <a:pPr algn="ctr">
              <a:spcBef>
                <a:spcPts val="112"/>
              </a:spcBef>
              <a:buNone/>
              <a:defRPr/>
            </a:pPr>
            <a:r>
              <a:rPr lang="en-US" sz="3600" b="1" kern="0" dirty="0">
                <a:solidFill>
                  <a:srgbClr val="000000"/>
                </a:solidFill>
                <a:latin typeface="Calibri" panose="020F0502020204030204" pitchFamily="34" charset="0"/>
                <a:ea typeface="MS PGothic" charset="0"/>
              </a:rPr>
              <a:t>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1949" y="5105318"/>
            <a:ext cx="1191497" cy="1264357"/>
          </a:xfrm>
          <a:prstGeom prst="rect">
            <a:avLst/>
          </a:prstGeom>
        </p:spPr>
      </p:pic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F6CB4F09-40AB-7D8D-9026-3AA088815335}"/>
              </a:ext>
            </a:extLst>
          </p:cNvPr>
          <p:cNvSpPr txBox="1">
            <a:spLocks/>
          </p:cNvSpPr>
          <p:nvPr/>
        </p:nvSpPr>
        <p:spPr>
          <a:xfrm>
            <a:off x="9867720" y="6257787"/>
            <a:ext cx="2133495" cy="365108"/>
          </a:xfrm>
          <a:prstGeom prst="rect">
            <a:avLst/>
          </a:prstGeom>
        </p:spPr>
        <p:txBody>
          <a:bodyPr vert="horz" lIns="91310" tIns="45655" rIns="91310" bIns="45655" rtlCol="0" anchor="ctr"/>
          <a:lstStyle>
            <a:defPPr>
              <a:defRPr lang="en-US"/>
            </a:defPPr>
            <a:lvl1pPr algn="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accent4">
                    <a:lumMod val="10000"/>
                  </a:schemeClr>
                </a:solidFill>
                <a:latin typeface="Arial" charset="0"/>
                <a:ea typeface="MS PGothic" charset="0"/>
                <a:cs typeface="MS PGothic" charset="0"/>
              </a:defRPr>
            </a:lvl1pPr>
            <a:lvl2pPr marL="456743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913487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37023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1826971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283716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740460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197200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653943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pPr defTabSz="1028609">
              <a:defRPr/>
            </a:pPr>
            <a:fld id="{2061E86B-1A64-462B-9AE9-04820F395CD8}" type="slidenum">
              <a:rPr lang="en-US" sz="1350">
                <a:solidFill>
                  <a:srgbClr val="000000">
                    <a:lumMod val="10000"/>
                  </a:srgbClr>
                </a:solidFill>
                <a:latin typeface="Calibri" pitchFamily="34" charset="0"/>
                <a:cs typeface="Calibri" pitchFamily="34" charset="0"/>
              </a:rPr>
              <a:pPr defTabSz="1028609">
                <a:defRPr/>
              </a:pPr>
              <a:t>10</a:t>
            </a:fld>
            <a:endParaRPr lang="en-US" sz="1350" dirty="0">
              <a:solidFill>
                <a:srgbClr val="000000">
                  <a:lumMod val="10000"/>
                </a:srgbClr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6250141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309" y="-42694"/>
            <a:ext cx="10720711" cy="6552499"/>
          </a:xfrm>
          <a:prstGeom prst="rect">
            <a:avLst/>
          </a:prstGeom>
        </p:spPr>
      </p:pic>
      <p:sp>
        <p:nvSpPr>
          <p:cNvPr id="10" name="Content Placeholder 2"/>
          <p:cNvSpPr txBox="1">
            <a:spLocks/>
          </p:cNvSpPr>
          <p:nvPr/>
        </p:nvSpPr>
        <p:spPr>
          <a:xfrm>
            <a:off x="266985" y="5484816"/>
            <a:ext cx="6514782" cy="1373017"/>
          </a:xfrm>
          <a:prstGeom prst="rect">
            <a:avLst/>
          </a:prstGeom>
        </p:spPr>
        <p:txBody>
          <a:bodyPr vert="horz" lIns="91224" tIns="45612" rIns="91224" bIns="45612" rtlCol="0">
            <a:no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93A299"/>
              </a:buClr>
              <a:buNone/>
              <a:defRPr/>
            </a:pPr>
            <a:r>
              <a:rPr lang="en-US" sz="3600" b="1" dirty="0">
                <a:solidFill>
                  <a:srgbClr val="292934"/>
                </a:solidFill>
                <a:latin typeface="Calibri" panose="020F0502020204030204" pitchFamily="34" charset="0"/>
                <a:ea typeface="MS PGothic" charset="0"/>
              </a:rPr>
              <a:t>Administrative </a:t>
            </a:r>
            <a:r>
              <a:rPr lang="en-US" sz="2700" dirty="0">
                <a:solidFill>
                  <a:srgbClr val="292934"/>
                </a:solidFill>
                <a:latin typeface="Calibri" panose="020F0502020204030204" pitchFamily="34" charset="0"/>
                <a:ea typeface="MS PGothic" charset="0"/>
              </a:rPr>
              <a:t>features</a:t>
            </a:r>
            <a:endParaRPr lang="en-US" sz="2700" b="1" dirty="0">
              <a:solidFill>
                <a:srgbClr val="292934"/>
              </a:solidFill>
              <a:latin typeface="Calibri" panose="020F0502020204030204" pitchFamily="34" charset="0"/>
              <a:ea typeface="MS PGothic" charset="0"/>
            </a:endParaRPr>
          </a:p>
          <a:p>
            <a:pPr marL="205722" indent="-205722" algn="ctr" defTabSz="1028609">
              <a:lnSpc>
                <a:spcPct val="90000"/>
              </a:lnSpc>
              <a:buClr>
                <a:srgbClr val="93A299"/>
              </a:buClr>
              <a:buNone/>
              <a:defRPr/>
            </a:pPr>
            <a:r>
              <a:rPr lang="en-US" sz="2700" dirty="0">
                <a:solidFill>
                  <a:srgbClr val="292934"/>
                </a:solidFill>
                <a:latin typeface="Calibri" panose="020F0502020204030204" pitchFamily="34" charset="0"/>
                <a:ea typeface="MS PGothic" charset="0"/>
              </a:rPr>
              <a:t>(schools, clinics, businesses, bus stops, etc.)</a:t>
            </a: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5829D991-191D-1832-9C35-C9F7A7B1789D}"/>
              </a:ext>
            </a:extLst>
          </p:cNvPr>
          <p:cNvSpPr txBox="1">
            <a:spLocks/>
          </p:cNvSpPr>
          <p:nvPr/>
        </p:nvSpPr>
        <p:spPr>
          <a:xfrm>
            <a:off x="9867720" y="6257787"/>
            <a:ext cx="2133495" cy="365108"/>
          </a:xfrm>
          <a:prstGeom prst="rect">
            <a:avLst/>
          </a:prstGeom>
        </p:spPr>
        <p:txBody>
          <a:bodyPr vert="horz" lIns="91310" tIns="45655" rIns="91310" bIns="45655" rtlCol="0" anchor="ctr"/>
          <a:lstStyle>
            <a:defPPr>
              <a:defRPr lang="en-US"/>
            </a:defPPr>
            <a:lvl1pPr algn="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accent4">
                    <a:lumMod val="10000"/>
                  </a:schemeClr>
                </a:solidFill>
                <a:latin typeface="Arial" charset="0"/>
                <a:ea typeface="MS PGothic" charset="0"/>
                <a:cs typeface="MS PGothic" charset="0"/>
              </a:defRPr>
            </a:lvl1pPr>
            <a:lvl2pPr marL="456743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913487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37023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1826971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283716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740460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197200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653943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pPr defTabSz="1028609">
              <a:defRPr/>
            </a:pPr>
            <a:fld id="{2061E86B-1A64-462B-9AE9-04820F395CD8}" type="slidenum">
              <a:rPr lang="en-US" sz="1350">
                <a:solidFill>
                  <a:srgbClr val="000000">
                    <a:lumMod val="10000"/>
                  </a:srgbClr>
                </a:solidFill>
                <a:latin typeface="Calibri" pitchFamily="34" charset="0"/>
                <a:cs typeface="Calibri" pitchFamily="34" charset="0"/>
              </a:rPr>
              <a:pPr defTabSz="1028609">
                <a:defRPr/>
              </a:pPr>
              <a:t>11</a:t>
            </a:fld>
            <a:endParaRPr lang="en-US" sz="1350" dirty="0">
              <a:solidFill>
                <a:srgbClr val="000000">
                  <a:lumMod val="10000"/>
                </a:srgbClr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895754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1F32A2-6AE5-428E-AE13-55B54A0E18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52728" y="5658659"/>
            <a:ext cx="2529540" cy="325437"/>
          </a:xfrm>
          <a:prstGeom prst="rect">
            <a:avLst/>
          </a:prstGeom>
        </p:spPr>
        <p:txBody>
          <a:bodyPr vert="horz" lIns="91369" tIns="45682" rIns="91369" bIns="45682" rtlCol="0" anchor="ctr"/>
          <a:lstStyle>
            <a:defPPr>
              <a:defRPr lang="en-US"/>
            </a:defPPr>
            <a:lvl1pPr algn="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accent4">
                    <a:lumMod val="10000"/>
                  </a:schemeClr>
                </a:solidFill>
                <a:latin typeface="Calibri Light" panose="020F0302020204030204" pitchFamily="34" charset="0"/>
                <a:ea typeface="MS PGothic" charset="0"/>
                <a:cs typeface="Calibri Light" panose="020F0302020204030204" pitchFamily="34" charset="0"/>
              </a:defRPr>
            </a:lvl1pPr>
            <a:lvl2pPr marL="456609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913219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369827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1826433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283043" algn="l" defTabSz="456609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739653" algn="l" defTabSz="456609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196258" algn="l" defTabSz="456609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652867" algn="l" defTabSz="456609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fld id="{2D683084-1C95-4A39-92F3-BB20E749C4C2}" type="slidenum">
              <a:rPr lang="en-US" smtClean="0"/>
              <a:pPr/>
              <a:t>12</a:t>
            </a:fld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6575F0-A866-461E-94B4-67BBDB6D9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310" y="943097"/>
            <a:ext cx="9981452" cy="5833575"/>
          </a:xfrm>
          <a:prstGeom prst="rect">
            <a:avLst/>
          </a:prstGeom>
        </p:spPr>
      </p:pic>
      <p:sp>
        <p:nvSpPr>
          <p:cNvPr id="6" name="Left Arrow 6">
            <a:extLst>
              <a:ext uri="{FF2B5EF4-FFF2-40B4-BE49-F238E27FC236}">
                <a16:creationId xmlns:a16="http://schemas.microsoft.com/office/drawing/2014/main" id="{62B6C640-2116-47EF-9560-57729E66340C}"/>
              </a:ext>
            </a:extLst>
          </p:cNvPr>
          <p:cNvSpPr/>
          <p:nvPr/>
        </p:nvSpPr>
        <p:spPr bwMode="auto">
          <a:xfrm>
            <a:off x="1997621" y="5743462"/>
            <a:ext cx="771487" cy="600046"/>
          </a:xfrm>
          <a:prstGeom prst="leftArrow">
            <a:avLst/>
          </a:prstGeom>
          <a:solidFill>
            <a:srgbClr val="4A77AD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102835" tIns="51417" rIns="102835" bIns="51417" numCol="1" rtlCol="0" anchor="t" anchorCtr="0" compatLnSpc="1">
            <a:prstTxWarp prst="textNoShape">
              <a:avLst/>
            </a:prstTxWarp>
          </a:bodyPr>
          <a:lstStyle/>
          <a:p>
            <a:pPr defTabSz="1028305"/>
            <a:endParaRPr lang="en-US" sz="2025">
              <a:solidFill>
                <a:srgbClr val="3D6D7D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D36D168-F67B-471E-B77D-B4C040F88635}"/>
              </a:ext>
            </a:extLst>
          </p:cNvPr>
          <p:cNvSpPr txBox="1">
            <a:spLocks/>
          </p:cNvSpPr>
          <p:nvPr/>
        </p:nvSpPr>
        <p:spPr bwMode="auto">
          <a:xfrm>
            <a:off x="10477700" y="1971747"/>
            <a:ext cx="1314277" cy="832744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square" lIns="91274" tIns="45637" rIns="91274" bIns="45637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baseline="0">
                <a:solidFill>
                  <a:srgbClr val="682701"/>
                </a:solidFill>
                <a:latin typeface="Helvetica" pitchFamily="34" charset="0"/>
                <a:ea typeface="+mj-ea"/>
                <a:cs typeface="Osaka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rgbClr val="000040"/>
                </a:solidFill>
                <a:latin typeface="MetaBook-Roman" charset="0"/>
                <a:ea typeface="Osaka" charset="-128"/>
                <a:cs typeface="Osaka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rgbClr val="000040"/>
                </a:solidFill>
                <a:latin typeface="MetaBook-Roman" charset="0"/>
                <a:ea typeface="Osaka" charset="-128"/>
                <a:cs typeface="Osaka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rgbClr val="000040"/>
                </a:solidFill>
                <a:latin typeface="MetaBook-Roman" charset="0"/>
                <a:ea typeface="Osaka" charset="-128"/>
                <a:cs typeface="Osaka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rgbClr val="000040"/>
                </a:solidFill>
                <a:latin typeface="MetaBook-Roman" charset="0"/>
                <a:ea typeface="Osaka" charset="-128"/>
                <a:cs typeface="Osaka" charset="-128"/>
              </a:defRPr>
            </a:lvl5pPr>
            <a:lvl6pPr marL="405818" algn="l" rtl="0" fontAlgn="base">
              <a:spcBef>
                <a:spcPct val="0"/>
              </a:spcBef>
              <a:spcAft>
                <a:spcPct val="0"/>
              </a:spcAft>
              <a:defRPr sz="1800">
                <a:solidFill>
                  <a:srgbClr val="000040"/>
                </a:solidFill>
                <a:latin typeface="MetaBook-Roman" charset="0"/>
                <a:ea typeface="Osaka" charset="-128"/>
              </a:defRPr>
            </a:lvl6pPr>
            <a:lvl7pPr marL="811624" algn="l" rtl="0" fontAlgn="base">
              <a:spcBef>
                <a:spcPct val="0"/>
              </a:spcBef>
              <a:spcAft>
                <a:spcPct val="0"/>
              </a:spcAft>
              <a:defRPr sz="1800">
                <a:solidFill>
                  <a:srgbClr val="000040"/>
                </a:solidFill>
                <a:latin typeface="MetaBook-Roman" charset="0"/>
                <a:ea typeface="Osaka" charset="-128"/>
              </a:defRPr>
            </a:lvl7pPr>
            <a:lvl8pPr marL="1217434" algn="l" rtl="0" fontAlgn="base">
              <a:spcBef>
                <a:spcPct val="0"/>
              </a:spcBef>
              <a:spcAft>
                <a:spcPct val="0"/>
              </a:spcAft>
              <a:defRPr sz="1800">
                <a:solidFill>
                  <a:srgbClr val="000040"/>
                </a:solidFill>
                <a:latin typeface="MetaBook-Roman" charset="0"/>
                <a:ea typeface="Osaka" charset="-128"/>
              </a:defRPr>
            </a:lvl8pPr>
            <a:lvl9pPr marL="1623245" algn="l" rtl="0" fontAlgn="base">
              <a:spcBef>
                <a:spcPct val="0"/>
              </a:spcBef>
              <a:spcAft>
                <a:spcPct val="0"/>
              </a:spcAft>
              <a:defRPr sz="1800">
                <a:solidFill>
                  <a:srgbClr val="000040"/>
                </a:solidFill>
                <a:latin typeface="MetaBook-Roman" charset="0"/>
                <a:ea typeface="Osaka" charset="-128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700" kern="0" dirty="0">
                <a:solidFill>
                  <a:schemeClr val="bg2"/>
                </a:solidFill>
                <a:latin typeface="Calibri" pitchFamily="34" charset="0"/>
                <a:ea typeface="MS PGothic" charset="0"/>
                <a:cs typeface="Calibri" pitchFamily="34" charset="0"/>
              </a:rPr>
              <a:t>Feature Class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185C6A1-5BF5-4A27-82C3-F89F8ED695D8}"/>
              </a:ext>
            </a:extLst>
          </p:cNvPr>
          <p:cNvSpPr txBox="1">
            <a:spLocks/>
          </p:cNvSpPr>
          <p:nvPr/>
        </p:nvSpPr>
        <p:spPr>
          <a:xfrm>
            <a:off x="327919" y="168402"/>
            <a:ext cx="10968038" cy="855422"/>
          </a:xfrm>
          <a:prstGeom prst="rect">
            <a:avLst/>
          </a:prstGeom>
        </p:spPr>
        <p:txBody>
          <a:bodyPr/>
          <a:lstStyle>
            <a:lvl1pPr algn="l" defTabSz="105723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Calibri" pitchFamily="34" charset="0"/>
                <a:ea typeface="MS PGothic" pitchFamily="34" charset="-128"/>
                <a:cs typeface="Calibri" pitchFamily="34" charset="0"/>
              </a:defRPr>
            </a:lvl1pPr>
            <a:lvl2pPr algn="l" defTabSz="105723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charset="0"/>
                <a:ea typeface="MS PGothic" pitchFamily="34" charset="-128"/>
                <a:cs typeface="MS PGothic" charset="0"/>
              </a:defRPr>
            </a:lvl2pPr>
            <a:lvl3pPr algn="l" defTabSz="105723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charset="0"/>
                <a:ea typeface="MS PGothic" pitchFamily="34" charset="-128"/>
                <a:cs typeface="MS PGothic" charset="0"/>
              </a:defRPr>
            </a:lvl3pPr>
            <a:lvl4pPr algn="l" defTabSz="105723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charset="0"/>
                <a:ea typeface="MS PGothic" pitchFamily="34" charset="-128"/>
                <a:cs typeface="MS PGothic" charset="0"/>
              </a:defRPr>
            </a:lvl4pPr>
            <a:lvl5pPr algn="l" defTabSz="105723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charset="0"/>
                <a:ea typeface="MS PGothic" pitchFamily="34" charset="-128"/>
                <a:cs typeface="MS PGothic" charset="0"/>
              </a:defRPr>
            </a:lvl5pPr>
            <a:lvl6pPr marL="456497" algn="l" defTabSz="105723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charset="0"/>
              </a:defRPr>
            </a:lvl6pPr>
            <a:lvl7pPr marL="912995" algn="l" defTabSz="105723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charset="0"/>
              </a:defRPr>
            </a:lvl7pPr>
            <a:lvl8pPr marL="1369492" algn="l" defTabSz="105723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charset="0"/>
              </a:defRPr>
            </a:lvl8pPr>
            <a:lvl9pPr marL="1825986" algn="l" defTabSz="105723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defTabSz="1189283">
              <a:defRPr/>
            </a:pPr>
            <a:r>
              <a:rPr lang="en-US" sz="4500" dirty="0">
                <a:solidFill>
                  <a:srgbClr val="020323"/>
                </a:solidFill>
              </a:rPr>
              <a:t>Layers and features </a:t>
            </a:r>
            <a:r>
              <a:rPr lang="en-US" sz="3150" b="0" dirty="0">
                <a:solidFill>
                  <a:srgbClr val="020323"/>
                </a:solidFill>
              </a:rPr>
              <a:t>as</a:t>
            </a:r>
            <a:r>
              <a:rPr lang="en-US" sz="3150" dirty="0">
                <a:solidFill>
                  <a:srgbClr val="020323"/>
                </a:solidFill>
              </a:rPr>
              <a:t> </a:t>
            </a:r>
            <a:r>
              <a:rPr lang="en-US" sz="3150" b="0" dirty="0">
                <a:solidFill>
                  <a:srgbClr val="020323"/>
                </a:solidFill>
              </a:rPr>
              <a:t>viewed in ArcGIS Pro</a:t>
            </a:r>
            <a:endParaRPr lang="en-US" sz="4050" b="0" dirty="0">
              <a:solidFill>
                <a:srgbClr val="020323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E874A4F-55EC-4E33-86A9-D2EA491063E4}"/>
              </a:ext>
            </a:extLst>
          </p:cNvPr>
          <p:cNvSpPr txBox="1">
            <a:spLocks/>
          </p:cNvSpPr>
          <p:nvPr/>
        </p:nvSpPr>
        <p:spPr bwMode="auto">
          <a:xfrm>
            <a:off x="2864642" y="5743463"/>
            <a:ext cx="1176848" cy="534028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square" lIns="91274" tIns="45637" rIns="91274" bIns="45637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baseline="0">
                <a:solidFill>
                  <a:srgbClr val="682701"/>
                </a:solidFill>
                <a:latin typeface="Helvetica" pitchFamily="34" charset="0"/>
                <a:ea typeface="+mj-ea"/>
                <a:cs typeface="Osaka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rgbClr val="000040"/>
                </a:solidFill>
                <a:latin typeface="MetaBook-Roman" charset="0"/>
                <a:ea typeface="Osaka" charset="-128"/>
                <a:cs typeface="Osaka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rgbClr val="000040"/>
                </a:solidFill>
                <a:latin typeface="MetaBook-Roman" charset="0"/>
                <a:ea typeface="Osaka" charset="-128"/>
                <a:cs typeface="Osaka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rgbClr val="000040"/>
                </a:solidFill>
                <a:latin typeface="MetaBook-Roman" charset="0"/>
                <a:ea typeface="Osaka" charset="-128"/>
                <a:cs typeface="Osaka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rgbClr val="000040"/>
                </a:solidFill>
                <a:latin typeface="MetaBook-Roman" charset="0"/>
                <a:ea typeface="Osaka" charset="-128"/>
                <a:cs typeface="Osaka" charset="-128"/>
              </a:defRPr>
            </a:lvl5pPr>
            <a:lvl6pPr marL="405818" algn="l" rtl="0" fontAlgn="base">
              <a:spcBef>
                <a:spcPct val="0"/>
              </a:spcBef>
              <a:spcAft>
                <a:spcPct val="0"/>
              </a:spcAft>
              <a:defRPr sz="1800">
                <a:solidFill>
                  <a:srgbClr val="000040"/>
                </a:solidFill>
                <a:latin typeface="MetaBook-Roman" charset="0"/>
                <a:ea typeface="Osaka" charset="-128"/>
              </a:defRPr>
            </a:lvl6pPr>
            <a:lvl7pPr marL="811624" algn="l" rtl="0" fontAlgn="base">
              <a:spcBef>
                <a:spcPct val="0"/>
              </a:spcBef>
              <a:spcAft>
                <a:spcPct val="0"/>
              </a:spcAft>
              <a:defRPr sz="1800">
                <a:solidFill>
                  <a:srgbClr val="000040"/>
                </a:solidFill>
                <a:latin typeface="MetaBook-Roman" charset="0"/>
                <a:ea typeface="Osaka" charset="-128"/>
              </a:defRPr>
            </a:lvl7pPr>
            <a:lvl8pPr marL="1217434" algn="l" rtl="0" fontAlgn="base">
              <a:spcBef>
                <a:spcPct val="0"/>
              </a:spcBef>
              <a:spcAft>
                <a:spcPct val="0"/>
              </a:spcAft>
              <a:defRPr sz="1800">
                <a:solidFill>
                  <a:srgbClr val="000040"/>
                </a:solidFill>
                <a:latin typeface="MetaBook-Roman" charset="0"/>
                <a:ea typeface="Osaka" charset="-128"/>
              </a:defRPr>
            </a:lvl8pPr>
            <a:lvl9pPr marL="1623245" algn="l" rtl="0" fontAlgn="base">
              <a:spcBef>
                <a:spcPct val="0"/>
              </a:spcBef>
              <a:spcAft>
                <a:spcPct val="0"/>
              </a:spcAft>
              <a:defRPr sz="1800">
                <a:solidFill>
                  <a:srgbClr val="000040"/>
                </a:solidFill>
                <a:latin typeface="MetaBook-Roman" charset="0"/>
                <a:ea typeface="Osaka" charset="-128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700" kern="0" dirty="0">
                <a:solidFill>
                  <a:schemeClr val="bg2"/>
                </a:solidFill>
                <a:latin typeface="Calibri" pitchFamily="34" charset="0"/>
                <a:ea typeface="MS PGothic" charset="0"/>
                <a:cs typeface="Calibri" pitchFamily="34" charset="0"/>
              </a:rPr>
              <a:t>Layer </a:t>
            </a:r>
          </a:p>
        </p:txBody>
      </p:sp>
      <p:sp>
        <p:nvSpPr>
          <p:cNvPr id="9" name="Left Arrow 6">
            <a:extLst>
              <a:ext uri="{FF2B5EF4-FFF2-40B4-BE49-F238E27FC236}">
                <a16:creationId xmlns:a16="http://schemas.microsoft.com/office/drawing/2014/main" id="{62B6C640-2116-47EF-9560-57729E66340C}"/>
              </a:ext>
            </a:extLst>
          </p:cNvPr>
          <p:cNvSpPr/>
          <p:nvPr/>
        </p:nvSpPr>
        <p:spPr bwMode="auto">
          <a:xfrm>
            <a:off x="9610554" y="2088095"/>
            <a:ext cx="771487" cy="600046"/>
          </a:xfrm>
          <a:prstGeom prst="leftArrow">
            <a:avLst/>
          </a:prstGeom>
          <a:solidFill>
            <a:srgbClr val="4A77AD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102835" tIns="51417" rIns="102835" bIns="51417" numCol="1" rtlCol="0" anchor="t" anchorCtr="0" compatLnSpc="1">
            <a:prstTxWarp prst="textNoShape">
              <a:avLst/>
            </a:prstTxWarp>
          </a:bodyPr>
          <a:lstStyle/>
          <a:p>
            <a:pPr defTabSz="1028305"/>
            <a:endParaRPr lang="en-US" sz="2025">
              <a:solidFill>
                <a:srgbClr val="3D6D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1157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F9D9E-005B-844F-9DDC-295ECD743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4EC76-93E6-D6D4-1274-2BECE0627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3715" y="708498"/>
            <a:ext cx="9618581" cy="333005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4.1</a:t>
            </a:r>
            <a:r>
              <a:rPr lang="en-US" sz="6000" b="0" kern="1200" cap="all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br>
              <a:rPr lang="en-US" sz="6000" b="0" kern="1200" cap="all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6000" b="0" kern="1200" cap="all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KEY ASSUMPTION</a:t>
            </a:r>
          </a:p>
        </p:txBody>
      </p:sp>
    </p:spTree>
    <p:extLst>
      <p:ext uri="{BB962C8B-B14F-4D97-AF65-F5344CB8AC3E}">
        <p14:creationId xmlns:p14="http://schemas.microsoft.com/office/powerpoint/2010/main" val="941010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F61F1-8E08-DD69-D341-6BFB209A5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828A5-A7C5-6827-1404-FB9243187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186" lvl="0" indent="-114186" defTabSz="949963"/>
            <a:r>
              <a:rPr lang="en-US" b="1" dirty="0">
                <a:solidFill>
                  <a:srgbClr val="020323"/>
                </a:solidFill>
              </a:rPr>
              <a:t>Software: </a:t>
            </a:r>
            <a:br>
              <a:rPr lang="en-US" b="1" dirty="0">
                <a:solidFill>
                  <a:srgbClr val="020323"/>
                </a:solidFill>
              </a:rPr>
            </a:br>
            <a:r>
              <a:rPr lang="en-US" dirty="0">
                <a:solidFill>
                  <a:srgbClr val="020323"/>
                </a:solidFill>
              </a:rPr>
              <a:t>ArcGIS Pro® , ArcGIS® Online, ArcGIS® Map Viewer, ArcGIS® </a:t>
            </a:r>
            <a:r>
              <a:rPr lang="en-US" dirty="0" err="1">
                <a:solidFill>
                  <a:srgbClr val="020323"/>
                </a:solidFill>
              </a:rPr>
              <a:t>StoryMaps</a:t>
            </a:r>
            <a:r>
              <a:rPr lang="en-US" dirty="0">
                <a:solidFill>
                  <a:srgbClr val="020323"/>
                </a:solidFill>
              </a:rPr>
              <a:t>, ArcGIS® Dashboards</a:t>
            </a:r>
          </a:p>
          <a:p>
            <a:pPr marL="114186" lvl="0" indent="-114186" defTabSz="949963"/>
            <a:endParaRPr lang="en-US" b="1" dirty="0">
              <a:solidFill>
                <a:srgbClr val="020323"/>
              </a:solidFill>
            </a:endParaRPr>
          </a:p>
          <a:p>
            <a:pPr marL="114186" lvl="0" indent="-114186" defTabSz="949963"/>
            <a:r>
              <a:rPr lang="en-US" b="1" dirty="0">
                <a:solidFill>
                  <a:srgbClr val="020323"/>
                </a:solidFill>
              </a:rPr>
              <a:t>External Drive:</a:t>
            </a:r>
          </a:p>
          <a:p>
            <a:pPr marL="114186" lvl="0" indent="-114186" defTabSz="949963"/>
            <a:r>
              <a:rPr lang="en-US" dirty="0">
                <a:solidFill>
                  <a:srgbClr val="020323"/>
                </a:solidFill>
              </a:rPr>
              <a:t>for backing up files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9724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33EFE-194E-4C61-2E9B-8451384F6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63936"/>
          </a:xfrm>
        </p:spPr>
        <p:txBody>
          <a:bodyPr/>
          <a:lstStyle/>
          <a:p>
            <a:r>
              <a:rPr lang="en-US" b="1" cap="none" dirty="0">
                <a:solidFill>
                  <a:srgbClr val="020323"/>
                </a:solidFill>
                <a:latin typeface="Calibri" pitchFamily="34" charset="0"/>
                <a:ea typeface="MS PGothic" pitchFamily="34" charset="-128"/>
                <a:cs typeface="Calibri" pitchFamily="34" charset="0"/>
              </a:rPr>
              <a:t>GIS software and apps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8ACD9-9702-4EA5-8EA0-0A5AAFF27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altLang="zh-CN" dirty="0"/>
              <a:t>rcGIS Pro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2967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88000">
              <a:schemeClr val="bg1">
                <a:shade val="94000"/>
                <a:satMod val="110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0F135F-6D37-ACDB-0F14-8FC761EF2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539E646-A625-4A26-86ED-BD90EDD3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328C565D-A991-4381-AC37-76A58A4A1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058C6-8F8F-7138-874B-449072E19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960" y="1507414"/>
            <a:ext cx="7295507" cy="37033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dirty="0">
                <a:solidFill>
                  <a:schemeClr val="tx1"/>
                </a:solidFill>
              </a:rPr>
              <a:t>WEEK 02 </a:t>
            </a:r>
            <a:r>
              <a:rPr lang="en-US" sz="4800" dirty="0" err="1">
                <a:solidFill>
                  <a:schemeClr val="tx1"/>
                </a:solidFill>
              </a:rPr>
              <a:t>ArCGIS</a:t>
            </a:r>
            <a:r>
              <a:rPr lang="en-US" sz="4800" dirty="0">
                <a:solidFill>
                  <a:schemeClr val="tx1"/>
                </a:solidFill>
              </a:rPr>
              <a:t> PRO</a:t>
            </a:r>
            <a:r>
              <a:rPr lang="en-US" sz="4800" b="0" kern="1200" cap="all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br>
              <a:rPr lang="en-US" sz="4800" b="0" kern="12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</a:br>
            <a:r>
              <a:rPr lang="en-US" sz="4800" b="0" kern="12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Lab Session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7180431-F4DE-415D-BCBB-9316423C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3642"/>
            <a:ext cx="11298933" cy="512708"/>
          </a:xfrm>
          <a:prstGeom prst="rect">
            <a:avLst/>
          </a:prstGeom>
          <a:solidFill>
            <a:srgbClr val="969F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EEABD997-5EF9-4E9B-AFBB-F6DFAAF3A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V="1">
            <a:off x="2209064" y="3329711"/>
            <a:ext cx="3703320" cy="5872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E9AB5EE6-A047-4B18-B998-D46DF3CC3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878019"/>
            <a:ext cx="11298933" cy="512708"/>
          </a:xfrm>
          <a:prstGeom prst="rect">
            <a:avLst/>
          </a:prstGeom>
          <a:solidFill>
            <a:srgbClr val="969F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3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D4179-CA49-4803-5F12-7640A26FA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CEDA4-302C-572B-610D-6A7F9932C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3715" y="708498"/>
            <a:ext cx="9618581" cy="333005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4.1</a:t>
            </a:r>
            <a:r>
              <a:rPr lang="en-US" sz="6000" b="0" kern="1200" cap="all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br>
              <a:rPr lang="en-US" sz="6000" b="0" kern="1200" cap="all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6000" b="0" kern="1200" cap="all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KEY ASSUMPTION</a:t>
            </a:r>
          </a:p>
        </p:txBody>
      </p:sp>
    </p:spTree>
    <p:extLst>
      <p:ext uri="{BB962C8B-B14F-4D97-AF65-F5344CB8AC3E}">
        <p14:creationId xmlns:p14="http://schemas.microsoft.com/office/powerpoint/2010/main" val="3060299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F33230-93AE-F2C5-DF0E-BBBD9D3C1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23BA6EB-A62B-E2AD-CBB7-C69145258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 descr="A colorful background with waves&#10;&#10;Description automatically generated with medium confidence">
            <a:extLst>
              <a:ext uri="{FF2B5EF4-FFF2-40B4-BE49-F238E27FC236}">
                <a16:creationId xmlns:a16="http://schemas.microsoft.com/office/drawing/2014/main" id="{E7B91ED5-2B75-BC9E-7D23-376B72D658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111"/>
          <a:stretch/>
        </p:blipFill>
        <p:spPr>
          <a:xfrm>
            <a:off x="0" y="0"/>
            <a:ext cx="12191980" cy="685798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29097EE-AC93-2EA3-88D9-8E4D5EEC6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4059" y="457200"/>
            <a:ext cx="5010912" cy="9144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2AFC9C-8978-E4BE-9DBC-17D8E207AA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5583" y="601197"/>
            <a:ext cx="5009388" cy="578936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A3D06B-D337-BFDA-CF45-A8CA8EC268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3868" y="1178065"/>
            <a:ext cx="4851293" cy="2009774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WEEK 02 </a:t>
            </a:r>
            <a:r>
              <a:rPr lang="en-US" sz="4000" dirty="0" err="1">
                <a:solidFill>
                  <a:srgbClr val="FFFFFF"/>
                </a:solidFill>
              </a:rPr>
              <a:t>ArCGIS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altLang="zh-CN" sz="4000" dirty="0">
                <a:solidFill>
                  <a:srgbClr val="FFFFFF"/>
                </a:solidFill>
              </a:rPr>
              <a:t>online</a:t>
            </a:r>
            <a:br>
              <a:rPr lang="en-US" sz="4000" dirty="0">
                <a:solidFill>
                  <a:srgbClr val="FFFFFF"/>
                </a:solidFill>
              </a:rPr>
            </a:br>
            <a:br>
              <a:rPr lang="en-US" sz="4000" dirty="0">
                <a:solidFill>
                  <a:srgbClr val="FFFFFF"/>
                </a:solidFill>
              </a:rPr>
            </a:br>
            <a:r>
              <a:rPr lang="en-US" sz="4000" dirty="0">
                <a:solidFill>
                  <a:srgbClr val="FFFFFF"/>
                </a:solidFill>
              </a:rPr>
              <a:t>lecture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25BE0F-CBD2-51BF-E5E3-B94AD709DE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7126" y="3764707"/>
            <a:ext cx="4320228" cy="227747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Instructor: Yanan Wu</a:t>
            </a:r>
          </a:p>
          <a:p>
            <a:r>
              <a:rPr lang="en-US" sz="2800" dirty="0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2800" dirty="0" err="1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fALL</a:t>
            </a:r>
            <a:r>
              <a:rPr lang="en-US" sz="2800" dirty="0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2025</a:t>
            </a:r>
          </a:p>
          <a:p>
            <a:endParaRPr lang="en-US" sz="2800" dirty="0">
              <a:solidFill>
                <a:srgbClr val="FFFFFF">
                  <a:alpha val="75000"/>
                </a:srgb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93652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06062" y="2743234"/>
            <a:ext cx="2589421" cy="111258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ArcGIS</a:t>
            </a:r>
            <a:r>
              <a:rPr lang="en-US" b="0" dirty="0"/>
              <a:t> </a:t>
            </a:r>
            <a:r>
              <a:rPr lang="en-US" dirty="0"/>
              <a:t>Online</a:t>
            </a:r>
            <a:r>
              <a:rPr lang="en-US" b="0" dirty="0"/>
              <a:t>®</a:t>
            </a:r>
            <a:br>
              <a:rPr lang="en-US" dirty="0"/>
            </a:br>
            <a:r>
              <a:rPr lang="en-US" sz="2250" dirty="0"/>
              <a:t>(map viewer classic)</a:t>
            </a:r>
          </a:p>
        </p:txBody>
      </p:sp>
      <p:sp>
        <p:nvSpPr>
          <p:cNvPr id="4" name="Slide Number Placeholder 9"/>
          <p:cNvSpPr txBox="1">
            <a:spLocks/>
          </p:cNvSpPr>
          <p:nvPr/>
        </p:nvSpPr>
        <p:spPr>
          <a:xfrm>
            <a:off x="9181949" y="6429228"/>
            <a:ext cx="2844799" cy="365108"/>
          </a:xfrm>
          <a:prstGeom prst="rect">
            <a:avLst/>
          </a:prstGeom>
        </p:spPr>
        <p:txBody>
          <a:bodyPr vert="horz" lIns="91337" tIns="45668" rIns="91337" bIns="45668" rtlCol="0" anchor="ctr"/>
          <a:lstStyle>
            <a:defPPr>
              <a:defRPr lang="en-US"/>
            </a:defPPr>
            <a:lvl1pPr algn="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accent4">
                    <a:lumMod val="10000"/>
                  </a:schemeClr>
                </a:solidFill>
                <a:latin typeface="Arial" charset="0"/>
                <a:ea typeface="MS PGothic" charset="0"/>
                <a:cs typeface="MS PGothic" charset="0"/>
              </a:defRPr>
            </a:lvl1pPr>
            <a:lvl2pPr marL="456834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91367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370504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1827337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284172" algn="l" defTabSz="456834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741008" algn="l" defTabSz="456834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197840" algn="l" defTabSz="456834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654674" algn="l" defTabSz="456834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fld id="{2061E86B-1A64-462B-9AE9-04820F395CD8}" type="slidenum">
              <a:rPr lang="en-US" sz="1350">
                <a:solidFill>
                  <a:srgbClr val="DADADA">
                    <a:lumMod val="10000"/>
                  </a:srgbClr>
                </a:solidFill>
                <a:latin typeface="Calibri" pitchFamily="34" charset="0"/>
                <a:cs typeface="Calibri" pitchFamily="34" charset="0"/>
              </a:rPr>
              <a:pPr/>
              <a:t>19</a:t>
            </a:fld>
            <a:endParaRPr lang="en-US" sz="1350" dirty="0">
              <a:solidFill>
                <a:srgbClr val="DADADA">
                  <a:lumMod val="10000"/>
                </a:srgbClr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BD34A8-14E6-4CBE-AF9D-65B8CBA9D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43" y="168"/>
            <a:ext cx="9410519" cy="685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5424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2E407691-2276-4865-9A64-6247DFA35ADC}"/>
              </a:ext>
            </a:extLst>
          </p:cNvPr>
          <p:cNvSpPr txBox="1">
            <a:spLocks/>
          </p:cNvSpPr>
          <p:nvPr/>
        </p:nvSpPr>
        <p:spPr>
          <a:xfrm>
            <a:off x="9181949" y="6429228"/>
            <a:ext cx="2844799" cy="365108"/>
          </a:xfrm>
          <a:prstGeom prst="rect">
            <a:avLst/>
          </a:prstGeom>
        </p:spPr>
        <p:txBody>
          <a:bodyPr vert="horz" lIns="91337" tIns="45668" rIns="91337" bIns="45668" rtlCol="0" anchor="ctr"/>
          <a:lstStyle>
            <a:defPPr>
              <a:defRPr lang="en-US"/>
            </a:defPPr>
            <a:lvl1pPr algn="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accent4">
                    <a:lumMod val="10000"/>
                  </a:schemeClr>
                </a:solidFill>
                <a:latin typeface="Arial" charset="0"/>
                <a:ea typeface="MS PGothic" charset="0"/>
                <a:cs typeface="MS PGothic" charset="0"/>
              </a:defRPr>
            </a:lvl1pPr>
            <a:lvl2pPr marL="456834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91367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370504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1827337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284172" algn="l" defTabSz="456834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741008" algn="l" defTabSz="456834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197840" algn="l" defTabSz="456834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654674" algn="l" defTabSz="456834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fld id="{2061E86B-1A64-462B-9AE9-04820F395CD8}" type="slidenum">
              <a:rPr lang="en-US" sz="1350">
                <a:solidFill>
                  <a:srgbClr val="DADADA">
                    <a:lumMod val="10000"/>
                  </a:srgbClr>
                </a:solidFill>
                <a:latin typeface="Calibri" pitchFamily="34" charset="0"/>
                <a:cs typeface="Calibri" pitchFamily="34" charset="0"/>
              </a:rPr>
              <a:pPr/>
              <a:t>20</a:t>
            </a:fld>
            <a:endParaRPr lang="en-US" sz="1350" dirty="0">
              <a:solidFill>
                <a:srgbClr val="DADADA">
                  <a:lumMod val="10000"/>
                </a:srgbClr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ECBB01-974E-43BE-B0CF-A851E5C9B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112" y="168"/>
            <a:ext cx="10813779" cy="685766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0C5B4AA-E48E-46DA-91DC-E9A5CC009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771" y="4886254"/>
            <a:ext cx="3343112" cy="111258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ArcGIS</a:t>
            </a:r>
            <a:r>
              <a:rPr lang="en-US" b="0" dirty="0"/>
              <a:t> </a:t>
            </a:r>
            <a:br>
              <a:rPr lang="en-US" b="0" dirty="0"/>
            </a:br>
            <a:r>
              <a:rPr lang="en-US" dirty="0"/>
              <a:t>Map Viewer</a:t>
            </a:r>
            <a:r>
              <a:rPr lang="en-US" b="0" dirty="0"/>
              <a:t> ®</a:t>
            </a:r>
            <a:br>
              <a:rPr lang="en-US" dirty="0"/>
            </a:br>
            <a:endParaRPr lang="en-US" sz="2250" dirty="0"/>
          </a:p>
        </p:txBody>
      </p:sp>
    </p:spTree>
    <p:extLst>
      <p:ext uri="{BB962C8B-B14F-4D97-AF65-F5344CB8AC3E}">
        <p14:creationId xmlns:p14="http://schemas.microsoft.com/office/powerpoint/2010/main" val="38786185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952752" y="4200487"/>
            <a:ext cx="3310966" cy="1488833"/>
          </a:xfrm>
          <a:prstGeom prst="rect">
            <a:avLst/>
          </a:prstGeom>
          <a:noFill/>
        </p:spPr>
        <p:txBody>
          <a:bodyPr wrap="square" lIns="102835" tIns="51417" rIns="102835" bIns="51417" rtlCol="0">
            <a:spAutoFit/>
          </a:bodyPr>
          <a:lstStyle/>
          <a:p>
            <a:r>
              <a:rPr lang="en-US" sz="4500" dirty="0">
                <a:latin typeface="Calibri" charset="0"/>
                <a:ea typeface="Calibri" charset="0"/>
                <a:cs typeface="Calibri" charset="0"/>
              </a:rPr>
              <a:t>ArcGIS </a:t>
            </a:r>
            <a:br>
              <a:rPr lang="en-US" sz="4500" dirty="0">
                <a:latin typeface="Calibri" charset="0"/>
                <a:ea typeface="Calibri" charset="0"/>
                <a:cs typeface="Calibri" charset="0"/>
              </a:rPr>
            </a:br>
            <a:r>
              <a:rPr lang="en-US" sz="4500" dirty="0">
                <a:latin typeface="Calibri" charset="0"/>
                <a:ea typeface="Calibri" charset="0"/>
                <a:cs typeface="Calibri" charset="0"/>
              </a:rPr>
              <a:t>Story Maps®</a:t>
            </a:r>
          </a:p>
        </p:txBody>
      </p:sp>
      <p:sp>
        <p:nvSpPr>
          <p:cNvPr id="8" name="Slide Number Placeholder 9"/>
          <p:cNvSpPr txBox="1">
            <a:spLocks/>
          </p:cNvSpPr>
          <p:nvPr/>
        </p:nvSpPr>
        <p:spPr>
          <a:xfrm>
            <a:off x="9867719" y="6257787"/>
            <a:ext cx="2133495" cy="365108"/>
          </a:xfrm>
          <a:prstGeom prst="rect">
            <a:avLst/>
          </a:prstGeom>
        </p:spPr>
        <p:txBody>
          <a:bodyPr vert="horz" lIns="91310" tIns="45655" rIns="91310" bIns="45655" rtlCol="0" anchor="ctr"/>
          <a:lstStyle>
            <a:defPPr>
              <a:defRPr lang="en-US"/>
            </a:defPPr>
            <a:lvl1pPr algn="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accent4">
                    <a:lumMod val="10000"/>
                  </a:schemeClr>
                </a:solidFill>
                <a:latin typeface="Arial" charset="0"/>
                <a:ea typeface="MS PGothic" charset="0"/>
                <a:cs typeface="MS PGothic" charset="0"/>
              </a:defRPr>
            </a:lvl1pPr>
            <a:lvl2pPr marL="456743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913487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37023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1826971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283716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740460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197200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653943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fld id="{2061E86B-1A64-462B-9AE9-04820F395CD8}" type="slidenum">
              <a:rPr lang="en-US" sz="1350">
                <a:solidFill>
                  <a:srgbClr val="DADADA">
                    <a:lumMod val="10000"/>
                  </a:srgbClr>
                </a:solidFill>
                <a:latin typeface="Calibri" pitchFamily="34" charset="0"/>
                <a:cs typeface="Calibri" pitchFamily="34" charset="0"/>
              </a:rPr>
              <a:pPr/>
              <a:t>21</a:t>
            </a:fld>
            <a:endParaRPr lang="en-US" sz="1350" dirty="0">
              <a:solidFill>
                <a:srgbClr val="DADADA">
                  <a:lumMod val="10000"/>
                </a:srgb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0DC5A0C0-D139-4A32-AD60-9A608DE9D609}"/>
              </a:ext>
            </a:extLst>
          </p:cNvPr>
          <p:cNvSpPr txBox="1">
            <a:spLocks/>
          </p:cNvSpPr>
          <p:nvPr/>
        </p:nvSpPr>
        <p:spPr>
          <a:xfrm>
            <a:off x="9867720" y="6257787"/>
            <a:ext cx="2133495" cy="365108"/>
          </a:xfrm>
          <a:prstGeom prst="rect">
            <a:avLst/>
          </a:prstGeom>
        </p:spPr>
        <p:txBody>
          <a:bodyPr vert="horz" lIns="91310" tIns="45655" rIns="91310" bIns="45655" rtlCol="0" anchor="ctr"/>
          <a:lstStyle>
            <a:defPPr>
              <a:defRPr lang="en-US"/>
            </a:defPPr>
            <a:lvl1pPr algn="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accent4">
                    <a:lumMod val="10000"/>
                  </a:schemeClr>
                </a:solidFill>
                <a:latin typeface="Arial" charset="0"/>
                <a:ea typeface="MS PGothic" charset="0"/>
                <a:cs typeface="MS PGothic" charset="0"/>
              </a:defRPr>
            </a:lvl1pPr>
            <a:lvl2pPr marL="456609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913219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369827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1826433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283043" algn="l" defTabSz="456609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739653" algn="l" defTabSz="456609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196258" algn="l" defTabSz="456609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652867" algn="l" defTabSz="456609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fld id="{2061E86B-1A64-462B-9AE9-04820F395CD8}" type="slidenum">
              <a:rPr lang="en-US" sz="1350">
                <a:latin typeface="Calibri" pitchFamily="34" charset="0"/>
                <a:cs typeface="Calibri" pitchFamily="34" charset="0"/>
              </a:rPr>
              <a:pPr/>
              <a:t>21</a:t>
            </a:fld>
            <a:endParaRPr lang="en-US" sz="1350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5" name="Picture 4" descr="A picture containing text, reef, screenshot&#10;&#10;Description automatically generated">
            <a:extLst>
              <a:ext uri="{FF2B5EF4-FFF2-40B4-BE49-F238E27FC236}">
                <a16:creationId xmlns:a16="http://schemas.microsoft.com/office/drawing/2014/main" id="{D4F920F6-424A-9858-5C79-43FDAF031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2" y="94112"/>
            <a:ext cx="5314690" cy="33760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14F8AA-3B45-EC10-77DD-3A041608E4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7557" y="1661014"/>
            <a:ext cx="6928901" cy="4853935"/>
          </a:xfrm>
          <a:custGeom>
            <a:avLst/>
            <a:gdLst>
              <a:gd name="connsiteX0" fmla="*/ 0 w 6928901"/>
              <a:gd name="connsiteY0" fmla="*/ 0 h 4853935"/>
              <a:gd name="connsiteX1" fmla="*/ 623601 w 6928901"/>
              <a:gd name="connsiteY1" fmla="*/ 0 h 4853935"/>
              <a:gd name="connsiteX2" fmla="*/ 1385780 w 6928901"/>
              <a:gd name="connsiteY2" fmla="*/ 0 h 4853935"/>
              <a:gd name="connsiteX3" fmla="*/ 1940092 w 6928901"/>
              <a:gd name="connsiteY3" fmla="*/ 0 h 4853935"/>
              <a:gd name="connsiteX4" fmla="*/ 2632982 w 6928901"/>
              <a:gd name="connsiteY4" fmla="*/ 0 h 4853935"/>
              <a:gd name="connsiteX5" fmla="*/ 3395161 w 6928901"/>
              <a:gd name="connsiteY5" fmla="*/ 0 h 4853935"/>
              <a:gd name="connsiteX6" fmla="*/ 3880185 w 6928901"/>
              <a:gd name="connsiteY6" fmla="*/ 0 h 4853935"/>
              <a:gd name="connsiteX7" fmla="*/ 4365208 w 6928901"/>
              <a:gd name="connsiteY7" fmla="*/ 0 h 4853935"/>
              <a:gd name="connsiteX8" fmla="*/ 5196676 w 6928901"/>
              <a:gd name="connsiteY8" fmla="*/ 0 h 4853935"/>
              <a:gd name="connsiteX9" fmla="*/ 5889566 w 6928901"/>
              <a:gd name="connsiteY9" fmla="*/ 0 h 4853935"/>
              <a:gd name="connsiteX10" fmla="*/ 6928901 w 6928901"/>
              <a:gd name="connsiteY10" fmla="*/ 0 h 4853935"/>
              <a:gd name="connsiteX11" fmla="*/ 6928901 w 6928901"/>
              <a:gd name="connsiteY11" fmla="*/ 693419 h 4853935"/>
              <a:gd name="connsiteX12" fmla="*/ 6928901 w 6928901"/>
              <a:gd name="connsiteY12" fmla="*/ 1435378 h 4853935"/>
              <a:gd name="connsiteX13" fmla="*/ 6928901 w 6928901"/>
              <a:gd name="connsiteY13" fmla="*/ 2031719 h 4853935"/>
              <a:gd name="connsiteX14" fmla="*/ 6928901 w 6928901"/>
              <a:gd name="connsiteY14" fmla="*/ 2725138 h 4853935"/>
              <a:gd name="connsiteX15" fmla="*/ 6928901 w 6928901"/>
              <a:gd name="connsiteY15" fmla="*/ 3272939 h 4853935"/>
              <a:gd name="connsiteX16" fmla="*/ 6928901 w 6928901"/>
              <a:gd name="connsiteY16" fmla="*/ 4063437 h 4853935"/>
              <a:gd name="connsiteX17" fmla="*/ 6928901 w 6928901"/>
              <a:gd name="connsiteY17" fmla="*/ 4853935 h 4853935"/>
              <a:gd name="connsiteX18" fmla="*/ 6097433 w 6928901"/>
              <a:gd name="connsiteY18" fmla="*/ 4853935 h 4853935"/>
              <a:gd name="connsiteX19" fmla="*/ 5335254 w 6928901"/>
              <a:gd name="connsiteY19" fmla="*/ 4853935 h 4853935"/>
              <a:gd name="connsiteX20" fmla="*/ 4780942 w 6928901"/>
              <a:gd name="connsiteY20" fmla="*/ 4853935 h 4853935"/>
              <a:gd name="connsiteX21" fmla="*/ 3949474 w 6928901"/>
              <a:gd name="connsiteY21" fmla="*/ 4853935 h 4853935"/>
              <a:gd name="connsiteX22" fmla="*/ 3256583 w 6928901"/>
              <a:gd name="connsiteY22" fmla="*/ 4853935 h 4853935"/>
              <a:gd name="connsiteX23" fmla="*/ 2771560 w 6928901"/>
              <a:gd name="connsiteY23" fmla="*/ 4853935 h 4853935"/>
              <a:gd name="connsiteX24" fmla="*/ 2078670 w 6928901"/>
              <a:gd name="connsiteY24" fmla="*/ 4853935 h 4853935"/>
              <a:gd name="connsiteX25" fmla="*/ 1455069 w 6928901"/>
              <a:gd name="connsiteY25" fmla="*/ 4853935 h 4853935"/>
              <a:gd name="connsiteX26" fmla="*/ 831468 w 6928901"/>
              <a:gd name="connsiteY26" fmla="*/ 4853935 h 4853935"/>
              <a:gd name="connsiteX27" fmla="*/ 0 w 6928901"/>
              <a:gd name="connsiteY27" fmla="*/ 4853935 h 4853935"/>
              <a:gd name="connsiteX28" fmla="*/ 0 w 6928901"/>
              <a:gd name="connsiteY28" fmla="*/ 4209055 h 4853935"/>
              <a:gd name="connsiteX29" fmla="*/ 0 w 6928901"/>
              <a:gd name="connsiteY29" fmla="*/ 3467096 h 4853935"/>
              <a:gd name="connsiteX30" fmla="*/ 0 w 6928901"/>
              <a:gd name="connsiteY30" fmla="*/ 2822216 h 4853935"/>
              <a:gd name="connsiteX31" fmla="*/ 0 w 6928901"/>
              <a:gd name="connsiteY31" fmla="*/ 2274415 h 4853935"/>
              <a:gd name="connsiteX32" fmla="*/ 0 w 6928901"/>
              <a:gd name="connsiteY32" fmla="*/ 1629535 h 4853935"/>
              <a:gd name="connsiteX33" fmla="*/ 0 w 6928901"/>
              <a:gd name="connsiteY33" fmla="*/ 887577 h 4853935"/>
              <a:gd name="connsiteX34" fmla="*/ 0 w 6928901"/>
              <a:gd name="connsiteY34" fmla="*/ 0 h 4853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6928901" h="4853935" fill="none" extrusionOk="0">
                <a:moveTo>
                  <a:pt x="0" y="0"/>
                </a:moveTo>
                <a:cubicBezTo>
                  <a:pt x="279637" y="9849"/>
                  <a:pt x="423743" y="-30356"/>
                  <a:pt x="623601" y="0"/>
                </a:cubicBezTo>
                <a:cubicBezTo>
                  <a:pt x="823459" y="30356"/>
                  <a:pt x="1092553" y="-14064"/>
                  <a:pt x="1385780" y="0"/>
                </a:cubicBezTo>
                <a:cubicBezTo>
                  <a:pt x="1679007" y="14064"/>
                  <a:pt x="1767949" y="22643"/>
                  <a:pt x="1940092" y="0"/>
                </a:cubicBezTo>
                <a:cubicBezTo>
                  <a:pt x="2112235" y="-22643"/>
                  <a:pt x="2420975" y="-29449"/>
                  <a:pt x="2632982" y="0"/>
                </a:cubicBezTo>
                <a:cubicBezTo>
                  <a:pt x="2844989" y="29449"/>
                  <a:pt x="3140527" y="19715"/>
                  <a:pt x="3395161" y="0"/>
                </a:cubicBezTo>
                <a:cubicBezTo>
                  <a:pt x="3649795" y="-19715"/>
                  <a:pt x="3688738" y="-2840"/>
                  <a:pt x="3880185" y="0"/>
                </a:cubicBezTo>
                <a:cubicBezTo>
                  <a:pt x="4071632" y="2840"/>
                  <a:pt x="4130478" y="-11080"/>
                  <a:pt x="4365208" y="0"/>
                </a:cubicBezTo>
                <a:cubicBezTo>
                  <a:pt x="4599938" y="11080"/>
                  <a:pt x="4809041" y="14699"/>
                  <a:pt x="5196676" y="0"/>
                </a:cubicBezTo>
                <a:cubicBezTo>
                  <a:pt x="5584311" y="-14699"/>
                  <a:pt x="5746518" y="20469"/>
                  <a:pt x="5889566" y="0"/>
                </a:cubicBezTo>
                <a:cubicBezTo>
                  <a:pt x="6032614" y="-20469"/>
                  <a:pt x="6706299" y="-38191"/>
                  <a:pt x="6928901" y="0"/>
                </a:cubicBezTo>
                <a:cubicBezTo>
                  <a:pt x="6938139" y="309424"/>
                  <a:pt x="6915574" y="501267"/>
                  <a:pt x="6928901" y="693419"/>
                </a:cubicBezTo>
                <a:cubicBezTo>
                  <a:pt x="6942228" y="885571"/>
                  <a:pt x="6906165" y="1078366"/>
                  <a:pt x="6928901" y="1435378"/>
                </a:cubicBezTo>
                <a:cubicBezTo>
                  <a:pt x="6951637" y="1792390"/>
                  <a:pt x="6903908" y="1810925"/>
                  <a:pt x="6928901" y="2031719"/>
                </a:cubicBezTo>
                <a:cubicBezTo>
                  <a:pt x="6953894" y="2252513"/>
                  <a:pt x="6898792" y="2447342"/>
                  <a:pt x="6928901" y="2725138"/>
                </a:cubicBezTo>
                <a:cubicBezTo>
                  <a:pt x="6959010" y="3002934"/>
                  <a:pt x="6926429" y="3157586"/>
                  <a:pt x="6928901" y="3272939"/>
                </a:cubicBezTo>
                <a:cubicBezTo>
                  <a:pt x="6931373" y="3388292"/>
                  <a:pt x="6910349" y="3788271"/>
                  <a:pt x="6928901" y="4063437"/>
                </a:cubicBezTo>
                <a:cubicBezTo>
                  <a:pt x="6947453" y="4338603"/>
                  <a:pt x="6946329" y="4576048"/>
                  <a:pt x="6928901" y="4853935"/>
                </a:cubicBezTo>
                <a:cubicBezTo>
                  <a:pt x="6628322" y="4849337"/>
                  <a:pt x="6349945" y="4826390"/>
                  <a:pt x="6097433" y="4853935"/>
                </a:cubicBezTo>
                <a:cubicBezTo>
                  <a:pt x="5844921" y="4881480"/>
                  <a:pt x="5521914" y="4859950"/>
                  <a:pt x="5335254" y="4853935"/>
                </a:cubicBezTo>
                <a:cubicBezTo>
                  <a:pt x="5148594" y="4847920"/>
                  <a:pt x="4938301" y="4871826"/>
                  <a:pt x="4780942" y="4853935"/>
                </a:cubicBezTo>
                <a:cubicBezTo>
                  <a:pt x="4623583" y="4836044"/>
                  <a:pt x="4296944" y="4887438"/>
                  <a:pt x="3949474" y="4853935"/>
                </a:cubicBezTo>
                <a:cubicBezTo>
                  <a:pt x="3602004" y="4820432"/>
                  <a:pt x="3541634" y="4824611"/>
                  <a:pt x="3256583" y="4853935"/>
                </a:cubicBezTo>
                <a:cubicBezTo>
                  <a:pt x="2971532" y="4883259"/>
                  <a:pt x="2907449" y="4853787"/>
                  <a:pt x="2771560" y="4853935"/>
                </a:cubicBezTo>
                <a:cubicBezTo>
                  <a:pt x="2635671" y="4854083"/>
                  <a:pt x="2409570" y="4860805"/>
                  <a:pt x="2078670" y="4853935"/>
                </a:cubicBezTo>
                <a:cubicBezTo>
                  <a:pt x="1747770" y="4847066"/>
                  <a:pt x="1740525" y="4880450"/>
                  <a:pt x="1455069" y="4853935"/>
                </a:cubicBezTo>
                <a:cubicBezTo>
                  <a:pt x="1169613" y="4827420"/>
                  <a:pt x="1102904" y="4839067"/>
                  <a:pt x="831468" y="4853935"/>
                </a:cubicBezTo>
                <a:cubicBezTo>
                  <a:pt x="560032" y="4868803"/>
                  <a:pt x="310087" y="4861089"/>
                  <a:pt x="0" y="4853935"/>
                </a:cubicBezTo>
                <a:cubicBezTo>
                  <a:pt x="-30037" y="4686612"/>
                  <a:pt x="12493" y="4377291"/>
                  <a:pt x="0" y="4209055"/>
                </a:cubicBezTo>
                <a:cubicBezTo>
                  <a:pt x="-12493" y="4040819"/>
                  <a:pt x="12936" y="3737871"/>
                  <a:pt x="0" y="3467096"/>
                </a:cubicBezTo>
                <a:cubicBezTo>
                  <a:pt x="-12936" y="3196321"/>
                  <a:pt x="-9413" y="3095858"/>
                  <a:pt x="0" y="2822216"/>
                </a:cubicBezTo>
                <a:cubicBezTo>
                  <a:pt x="9413" y="2548574"/>
                  <a:pt x="26306" y="2539396"/>
                  <a:pt x="0" y="2274415"/>
                </a:cubicBezTo>
                <a:cubicBezTo>
                  <a:pt x="-26306" y="2009434"/>
                  <a:pt x="-4407" y="1904825"/>
                  <a:pt x="0" y="1629535"/>
                </a:cubicBezTo>
                <a:cubicBezTo>
                  <a:pt x="4407" y="1354245"/>
                  <a:pt x="-16651" y="1231041"/>
                  <a:pt x="0" y="887577"/>
                </a:cubicBezTo>
                <a:cubicBezTo>
                  <a:pt x="16651" y="544113"/>
                  <a:pt x="35816" y="347899"/>
                  <a:pt x="0" y="0"/>
                </a:cubicBezTo>
                <a:close/>
              </a:path>
              <a:path w="6928901" h="4853935" stroke="0" extrusionOk="0">
                <a:moveTo>
                  <a:pt x="0" y="0"/>
                </a:moveTo>
                <a:cubicBezTo>
                  <a:pt x="228176" y="30596"/>
                  <a:pt x="404568" y="12650"/>
                  <a:pt x="623601" y="0"/>
                </a:cubicBezTo>
                <a:cubicBezTo>
                  <a:pt x="842634" y="-12650"/>
                  <a:pt x="992379" y="-23009"/>
                  <a:pt x="1108624" y="0"/>
                </a:cubicBezTo>
                <a:cubicBezTo>
                  <a:pt x="1224869" y="23009"/>
                  <a:pt x="1667328" y="35004"/>
                  <a:pt x="1940092" y="0"/>
                </a:cubicBezTo>
                <a:cubicBezTo>
                  <a:pt x="2212856" y="-35004"/>
                  <a:pt x="2272997" y="-4944"/>
                  <a:pt x="2563693" y="0"/>
                </a:cubicBezTo>
                <a:cubicBezTo>
                  <a:pt x="2854389" y="4944"/>
                  <a:pt x="2976197" y="6283"/>
                  <a:pt x="3187294" y="0"/>
                </a:cubicBezTo>
                <a:cubicBezTo>
                  <a:pt x="3398391" y="-6283"/>
                  <a:pt x="3603432" y="-5585"/>
                  <a:pt x="4018763" y="0"/>
                </a:cubicBezTo>
                <a:cubicBezTo>
                  <a:pt x="4434094" y="5585"/>
                  <a:pt x="4427082" y="-3009"/>
                  <a:pt x="4573075" y="0"/>
                </a:cubicBezTo>
                <a:cubicBezTo>
                  <a:pt x="4719068" y="3009"/>
                  <a:pt x="5211191" y="-13109"/>
                  <a:pt x="5404543" y="0"/>
                </a:cubicBezTo>
                <a:cubicBezTo>
                  <a:pt x="5597895" y="13109"/>
                  <a:pt x="6061320" y="40173"/>
                  <a:pt x="6236011" y="0"/>
                </a:cubicBezTo>
                <a:cubicBezTo>
                  <a:pt x="6410702" y="-40173"/>
                  <a:pt x="6778412" y="-5905"/>
                  <a:pt x="6928901" y="0"/>
                </a:cubicBezTo>
                <a:cubicBezTo>
                  <a:pt x="6927708" y="187071"/>
                  <a:pt x="6939852" y="587546"/>
                  <a:pt x="6928901" y="790498"/>
                </a:cubicBezTo>
                <a:cubicBezTo>
                  <a:pt x="6917950" y="993450"/>
                  <a:pt x="6929792" y="1331617"/>
                  <a:pt x="6928901" y="1532457"/>
                </a:cubicBezTo>
                <a:cubicBezTo>
                  <a:pt x="6928010" y="1733297"/>
                  <a:pt x="6915327" y="1955843"/>
                  <a:pt x="6928901" y="2080258"/>
                </a:cubicBezTo>
                <a:cubicBezTo>
                  <a:pt x="6942475" y="2204673"/>
                  <a:pt x="6951179" y="2462350"/>
                  <a:pt x="6928901" y="2773677"/>
                </a:cubicBezTo>
                <a:cubicBezTo>
                  <a:pt x="6906623" y="3085004"/>
                  <a:pt x="6931194" y="3134095"/>
                  <a:pt x="6928901" y="3467096"/>
                </a:cubicBezTo>
                <a:cubicBezTo>
                  <a:pt x="6926608" y="3800097"/>
                  <a:pt x="6894917" y="4017510"/>
                  <a:pt x="6928901" y="4160516"/>
                </a:cubicBezTo>
                <a:cubicBezTo>
                  <a:pt x="6962885" y="4303522"/>
                  <a:pt x="6910209" y="4678124"/>
                  <a:pt x="6928901" y="4853935"/>
                </a:cubicBezTo>
                <a:cubicBezTo>
                  <a:pt x="6585176" y="4860201"/>
                  <a:pt x="6471141" y="4845456"/>
                  <a:pt x="6166722" y="4853935"/>
                </a:cubicBezTo>
                <a:cubicBezTo>
                  <a:pt x="5862303" y="4862414"/>
                  <a:pt x="5914109" y="4866127"/>
                  <a:pt x="5681699" y="4853935"/>
                </a:cubicBezTo>
                <a:cubicBezTo>
                  <a:pt x="5449289" y="4841743"/>
                  <a:pt x="5308563" y="4844980"/>
                  <a:pt x="5127387" y="4853935"/>
                </a:cubicBezTo>
                <a:cubicBezTo>
                  <a:pt x="4946211" y="4862890"/>
                  <a:pt x="4511481" y="4888960"/>
                  <a:pt x="4295919" y="4853935"/>
                </a:cubicBezTo>
                <a:cubicBezTo>
                  <a:pt x="4080357" y="4818910"/>
                  <a:pt x="3885046" y="4866400"/>
                  <a:pt x="3603029" y="4853935"/>
                </a:cubicBezTo>
                <a:cubicBezTo>
                  <a:pt x="3321012" y="4841471"/>
                  <a:pt x="3206856" y="4830598"/>
                  <a:pt x="3048716" y="4853935"/>
                </a:cubicBezTo>
                <a:cubicBezTo>
                  <a:pt x="2890576" y="4877272"/>
                  <a:pt x="2614671" y="4878909"/>
                  <a:pt x="2355826" y="4853935"/>
                </a:cubicBezTo>
                <a:cubicBezTo>
                  <a:pt x="2096981" y="4828962"/>
                  <a:pt x="2067899" y="4838711"/>
                  <a:pt x="1870803" y="4853935"/>
                </a:cubicBezTo>
                <a:cubicBezTo>
                  <a:pt x="1673707" y="4869159"/>
                  <a:pt x="1515193" y="4849397"/>
                  <a:pt x="1385780" y="4853935"/>
                </a:cubicBezTo>
                <a:cubicBezTo>
                  <a:pt x="1256367" y="4858473"/>
                  <a:pt x="1014772" y="4831594"/>
                  <a:pt x="692890" y="4853935"/>
                </a:cubicBezTo>
                <a:cubicBezTo>
                  <a:pt x="371008" y="4876277"/>
                  <a:pt x="210609" y="4876433"/>
                  <a:pt x="0" y="4853935"/>
                </a:cubicBezTo>
                <a:cubicBezTo>
                  <a:pt x="-36817" y="4634264"/>
                  <a:pt x="-14632" y="4450183"/>
                  <a:pt x="0" y="4111976"/>
                </a:cubicBezTo>
                <a:cubicBezTo>
                  <a:pt x="14632" y="3773769"/>
                  <a:pt x="-15637" y="3687899"/>
                  <a:pt x="0" y="3467096"/>
                </a:cubicBezTo>
                <a:cubicBezTo>
                  <a:pt x="15637" y="3246293"/>
                  <a:pt x="11614" y="3049624"/>
                  <a:pt x="0" y="2919295"/>
                </a:cubicBezTo>
                <a:cubicBezTo>
                  <a:pt x="-11614" y="2788966"/>
                  <a:pt x="-3207" y="2465968"/>
                  <a:pt x="0" y="2177337"/>
                </a:cubicBezTo>
                <a:cubicBezTo>
                  <a:pt x="3207" y="1888706"/>
                  <a:pt x="19003" y="1758042"/>
                  <a:pt x="0" y="1580996"/>
                </a:cubicBezTo>
                <a:cubicBezTo>
                  <a:pt x="-19003" y="1403950"/>
                  <a:pt x="27730" y="1112347"/>
                  <a:pt x="0" y="839037"/>
                </a:cubicBezTo>
                <a:cubicBezTo>
                  <a:pt x="-27730" y="565727"/>
                  <a:pt x="-4054" y="243386"/>
                  <a:pt x="0" y="0"/>
                </a:cubicBezTo>
                <a:close/>
              </a:path>
            </a:pathLst>
          </a:custGeom>
          <a:ln>
            <a:noFill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37128436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95543" y="2143188"/>
            <a:ext cx="3326481" cy="1627332"/>
          </a:xfrm>
          <a:prstGeom prst="rect">
            <a:avLst/>
          </a:prstGeom>
          <a:noFill/>
        </p:spPr>
        <p:txBody>
          <a:bodyPr wrap="none" lIns="102835" tIns="51417" rIns="102835" bIns="51417" rtlCol="0">
            <a:spAutoFit/>
          </a:bodyPr>
          <a:lstStyle/>
          <a:p>
            <a:r>
              <a:rPr lang="en-US" sz="4950" dirty="0">
                <a:latin typeface="Calibri" pitchFamily="34" charset="0"/>
              </a:rPr>
              <a:t>ArcGIS </a:t>
            </a:r>
          </a:p>
          <a:p>
            <a:r>
              <a:rPr lang="en-US" sz="4950" dirty="0">
                <a:latin typeface="Calibri" pitchFamily="34" charset="0"/>
              </a:rPr>
              <a:t>Dashboard</a:t>
            </a:r>
            <a:r>
              <a:rPr lang="en-US" sz="4950" dirty="0">
                <a:latin typeface="Calibri" charset="0"/>
                <a:ea typeface="Calibri" charset="0"/>
                <a:cs typeface="Calibri" charset="0"/>
              </a:rPr>
              <a:t>®</a:t>
            </a:r>
            <a:endParaRPr lang="en-US" sz="4950" dirty="0">
              <a:latin typeface="Calibri" pitchFamily="34" charset="0"/>
            </a:endParaRPr>
          </a:p>
        </p:txBody>
      </p:sp>
      <p:sp>
        <p:nvSpPr>
          <p:cNvPr id="9" name="Slide Number Placeholder 9"/>
          <p:cNvSpPr txBox="1">
            <a:spLocks/>
          </p:cNvSpPr>
          <p:nvPr/>
        </p:nvSpPr>
        <p:spPr>
          <a:xfrm>
            <a:off x="9867719" y="6257787"/>
            <a:ext cx="2133495" cy="365108"/>
          </a:xfrm>
          <a:prstGeom prst="rect">
            <a:avLst/>
          </a:prstGeom>
        </p:spPr>
        <p:txBody>
          <a:bodyPr vert="horz" lIns="91310" tIns="45655" rIns="91310" bIns="45655" rtlCol="0" anchor="ctr"/>
          <a:lstStyle>
            <a:defPPr>
              <a:defRPr lang="en-US"/>
            </a:defPPr>
            <a:lvl1pPr algn="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accent4">
                    <a:lumMod val="10000"/>
                  </a:schemeClr>
                </a:solidFill>
                <a:latin typeface="Arial" charset="0"/>
                <a:ea typeface="MS PGothic" charset="0"/>
                <a:cs typeface="MS PGothic" charset="0"/>
              </a:defRPr>
            </a:lvl1pPr>
            <a:lvl2pPr marL="456743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913487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37023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1826971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283716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740460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197200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653943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fld id="{2061E86B-1A64-462B-9AE9-04820F395CD8}" type="slidenum">
              <a:rPr lang="en-US" sz="135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pPr/>
              <a:t>22</a:t>
            </a:fld>
            <a:endParaRPr lang="en-US" sz="135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1" name="Picture 10" descr="A screenshot of a map&#10;&#10;Description automatically generated with low confidence">
            <a:extLst>
              <a:ext uri="{FF2B5EF4-FFF2-40B4-BE49-F238E27FC236}">
                <a16:creationId xmlns:a16="http://schemas.microsoft.com/office/drawing/2014/main" id="{C97AE2D8-DFC7-B0FB-397D-6FD7E1574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655" y="1132200"/>
            <a:ext cx="8631877" cy="4971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2222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88000">
              <a:schemeClr val="bg1">
                <a:shade val="94000"/>
                <a:satMod val="110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619DFE-C6FE-E460-B1EB-45E486CE3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255ADA8E-57D4-16F7-5C86-4A04C182C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3CFEA58-35EA-9C51-8F13-B9D1173E6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728E6BF-B166-CCAF-A5EC-DC7C6B2AA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CFFE81B-F4F5-87E9-9EEA-AAC38D6FE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C1CA2253-5A89-570F-0226-A93E48BE0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F8FE83-9D49-C9FC-835E-93187DFB3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960" y="1507414"/>
            <a:ext cx="7295507" cy="37033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dirty="0">
                <a:solidFill>
                  <a:schemeClr val="tx1"/>
                </a:solidFill>
              </a:rPr>
              <a:t>WEEK 02 </a:t>
            </a:r>
            <a:r>
              <a:rPr lang="en-US" sz="4800" dirty="0" err="1">
                <a:solidFill>
                  <a:schemeClr val="tx1"/>
                </a:solidFill>
              </a:rPr>
              <a:t>ArCGIS</a:t>
            </a:r>
            <a:r>
              <a:rPr lang="en-US" sz="4800" dirty="0">
                <a:solidFill>
                  <a:schemeClr val="tx1"/>
                </a:solidFill>
              </a:rPr>
              <a:t> </a:t>
            </a:r>
            <a:r>
              <a:rPr lang="en-US" altLang="zh-CN" sz="4800" dirty="0">
                <a:solidFill>
                  <a:schemeClr val="tx1"/>
                </a:solidFill>
              </a:rPr>
              <a:t>online</a:t>
            </a:r>
            <a:br>
              <a:rPr lang="en-US" sz="4800" b="0" kern="12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</a:br>
            <a:r>
              <a:rPr lang="en-US" sz="4800" b="0" kern="12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Lab Session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394580F-46B1-AD0C-A6EF-667461922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3642"/>
            <a:ext cx="11298933" cy="512708"/>
          </a:xfrm>
          <a:prstGeom prst="rect">
            <a:avLst/>
          </a:prstGeom>
          <a:solidFill>
            <a:srgbClr val="969F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4DE8FF8C-65C2-5F03-77D7-87E898BBA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V="1">
            <a:off x="2209064" y="3329711"/>
            <a:ext cx="3703320" cy="5872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E71B6A0A-033A-09BC-35B8-4EFB54E89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878019"/>
            <a:ext cx="11298933" cy="512708"/>
          </a:xfrm>
          <a:prstGeom prst="rect">
            <a:avLst/>
          </a:prstGeom>
          <a:solidFill>
            <a:srgbClr val="969F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9569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F8FA9-7B4C-54A2-75CE-9FBEBBEE1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5534D-47B7-22D6-6D44-D63A76F22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7663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8EFB2-556D-CDFE-F685-5F3999EF5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5566B-7A60-8DBA-2106-013305A7A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9158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F975A-F937-77A1-413D-F51FF137F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B976A-AE68-8BE0-8161-494E21D27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7850"/>
      </p:ext>
    </p:extLst>
  </p:cSld>
  <p:clrMapOvr>
    <a:masterClrMapping/>
  </p:clrMapOvr>
</p:sld>
</file>

<file path=ppt/theme/theme1.xml><?xml version="1.0" encoding="utf-8"?>
<a:theme xmlns:a="http://schemas.openxmlformats.org/drawingml/2006/main" name="1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1912</TotalTime>
  <Words>368</Words>
  <Application>Microsoft Office PowerPoint</Application>
  <PresentationFormat>Widescreen</PresentationFormat>
  <Paragraphs>77</Paragraphs>
  <Slides>26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MS PGothic</vt:lpstr>
      <vt:lpstr>Aptos</vt:lpstr>
      <vt:lpstr>Arial</vt:lpstr>
      <vt:lpstr>Arial Black</vt:lpstr>
      <vt:lpstr>Calibri</vt:lpstr>
      <vt:lpstr>Helvetica</vt:lpstr>
      <vt:lpstr>Times New Roman</vt:lpstr>
      <vt:lpstr>Wingdings 2</vt:lpstr>
      <vt:lpstr>1_DividendVTI</vt:lpstr>
      <vt:lpstr>DividendVTI</vt:lpstr>
      <vt:lpstr>WEEK 02 ArCGIS PRO  lecture</vt:lpstr>
      <vt:lpstr>2.1  KEY ASSUMPTION</vt:lpstr>
      <vt:lpstr>What is GIS?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4.1  KEY ASSUMPTION</vt:lpstr>
      <vt:lpstr>PowerPoint Presentation</vt:lpstr>
      <vt:lpstr>GIS software and apps</vt:lpstr>
      <vt:lpstr>WEEK 02 ArCGIS PRO  Lab Session</vt:lpstr>
      <vt:lpstr>4.1  KEY ASSUMPTION</vt:lpstr>
      <vt:lpstr>WEEK 02 ArCGIS online  lecture</vt:lpstr>
      <vt:lpstr>ArcGIS Online® (map viewer classic)</vt:lpstr>
      <vt:lpstr>ArcGIS  Map Viewer ® </vt:lpstr>
      <vt:lpstr>PowerPoint Presentation</vt:lpstr>
      <vt:lpstr>PowerPoint Presentation</vt:lpstr>
      <vt:lpstr>WEEK 02 ArCGIS online Lab Session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Yanan Wu</dc:creator>
  <cp:lastModifiedBy>Yanan Wu</cp:lastModifiedBy>
  <cp:revision>8</cp:revision>
  <dcterms:created xsi:type="dcterms:W3CDTF">2025-02-03T18:01:06Z</dcterms:created>
  <dcterms:modified xsi:type="dcterms:W3CDTF">2025-07-25T21:08:50Z</dcterms:modified>
</cp:coreProperties>
</file>