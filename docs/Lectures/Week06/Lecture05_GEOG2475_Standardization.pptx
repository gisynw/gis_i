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theme/theme3.xml" ContentType="application/vnd.openxmlformats-officedocument.theme+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theme/theme4.xml" ContentType="application/vnd.openxmlformats-officedocument.theme+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theme/theme5.xml" ContentType="application/vnd.openxmlformats-officedocument.theme+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theme/theme6.xml" ContentType="application/vnd.openxmlformats-officedocument.theme+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theme/theme7.xml" ContentType="application/vnd.openxmlformats-officedocument.theme+xml"/>
  <Override PartName="/ppt/theme/theme8.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1"/>
    <p:sldMasterId id="2147483672" r:id="rId2"/>
    <p:sldMasterId id="2147483684" r:id="rId3"/>
    <p:sldMasterId id="2147483696" r:id="rId4"/>
    <p:sldMasterId id="2147483709" r:id="rId5"/>
    <p:sldMasterId id="2147483722" r:id="rId6"/>
    <p:sldMasterId id="2147483734" r:id="rId7"/>
  </p:sldMasterIdLst>
  <p:notesMasterIdLst>
    <p:notesMasterId r:id="rId39"/>
  </p:notesMasterIdLst>
  <p:sldIdLst>
    <p:sldId id="914" r:id="rId8"/>
    <p:sldId id="1647" r:id="rId9"/>
    <p:sldId id="635" r:id="rId10"/>
    <p:sldId id="585" r:id="rId11"/>
    <p:sldId id="604" r:id="rId12"/>
    <p:sldId id="606" r:id="rId13"/>
    <p:sldId id="605" r:id="rId14"/>
    <p:sldId id="1648" r:id="rId15"/>
    <p:sldId id="609" r:id="rId16"/>
    <p:sldId id="610" r:id="rId17"/>
    <p:sldId id="1649" r:id="rId18"/>
    <p:sldId id="264" r:id="rId19"/>
    <p:sldId id="301" r:id="rId20"/>
    <p:sldId id="309" r:id="rId21"/>
    <p:sldId id="315" r:id="rId22"/>
    <p:sldId id="310" r:id="rId23"/>
    <p:sldId id="320" r:id="rId24"/>
    <p:sldId id="322" r:id="rId25"/>
    <p:sldId id="312" r:id="rId26"/>
    <p:sldId id="324" r:id="rId27"/>
    <p:sldId id="330" r:id="rId28"/>
    <p:sldId id="1164" r:id="rId29"/>
    <p:sldId id="311" r:id="rId30"/>
    <p:sldId id="326" r:id="rId31"/>
    <p:sldId id="372" r:id="rId32"/>
    <p:sldId id="1141" r:id="rId33"/>
    <p:sldId id="1146" r:id="rId34"/>
    <p:sldId id="1149" r:id="rId35"/>
    <p:sldId id="1165" r:id="rId36"/>
    <p:sldId id="1658" r:id="rId37"/>
    <p:sldId id="1659" r:id="rId38"/>
  </p:sldIdLst>
  <p:sldSz cx="8229600" cy="5143500"/>
  <p:notesSz cx="70104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592"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D03447BB-5D67-496B-8E87-E561075AD55C}" styleName="Dark Style 1 - Accent 3">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3"/>
          </a:solidFill>
        </a:fill>
      </a:tcStyle>
    </a:wholeTbl>
    <a:band1H>
      <a:tcStyle>
        <a:tcBdr/>
        <a:fill>
          <a:solidFill>
            <a:schemeClr val="accent3">
              <a:shade val="60000"/>
            </a:schemeClr>
          </a:solidFill>
        </a:fill>
      </a:tcStyle>
    </a:band1H>
    <a:band1V>
      <a:tcStyle>
        <a:tcBdr/>
        <a:fill>
          <a:solidFill>
            <a:schemeClr val="accent3">
              <a:shade val="60000"/>
            </a:schemeClr>
          </a:solidFill>
        </a:fill>
      </a:tcStyle>
    </a:band1V>
    <a:lastCol>
      <a:tcTxStyle b="on"/>
      <a:tcStyle>
        <a:tcBdr>
          <a:left>
            <a:ln w="25400" cmpd="sng">
              <a:solidFill>
                <a:schemeClr val="lt1"/>
              </a:solidFill>
            </a:ln>
          </a:left>
        </a:tcBdr>
        <a:fill>
          <a:solidFill>
            <a:schemeClr val="accent3">
              <a:shade val="60000"/>
            </a:schemeClr>
          </a:solidFill>
        </a:fill>
      </a:tcStyle>
    </a:lastCol>
    <a:firstCol>
      <a:tcTxStyle b="on"/>
      <a:tcStyle>
        <a:tcBdr>
          <a:right>
            <a:ln w="25400" cmpd="sng">
              <a:solidFill>
                <a:schemeClr val="lt1"/>
              </a:solidFill>
            </a:ln>
          </a:right>
        </a:tcBdr>
        <a:fill>
          <a:solidFill>
            <a:schemeClr val="accent3">
              <a:shade val="60000"/>
            </a:schemeClr>
          </a:solidFill>
        </a:fill>
      </a:tcStyle>
    </a:firstCol>
    <a:lastRow>
      <a:tcTxStyle b="on"/>
      <a:tcStyle>
        <a:tcBdr>
          <a:top>
            <a:ln w="25400" cmpd="sng">
              <a:solidFill>
                <a:schemeClr val="lt1"/>
              </a:solidFill>
            </a:ln>
          </a:top>
        </a:tcBdr>
        <a:fill>
          <a:solidFill>
            <a:schemeClr val="accent3">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6271" autoAdjust="0"/>
  </p:normalViewPr>
  <p:slideViewPr>
    <p:cSldViewPr snapToGrid="0" snapToObjects="1">
      <p:cViewPr varScale="1">
        <p:scale>
          <a:sx n="126" d="100"/>
          <a:sy n="126" d="100"/>
        </p:scale>
        <p:origin x="1554" y="114"/>
      </p:cViewPr>
      <p:guideLst>
        <p:guide orient="horz" pos="1620"/>
        <p:guide pos="2592"/>
      </p:guideLst>
    </p:cSldViewPr>
  </p:slideViewPr>
  <p:notesTextViewPr>
    <p:cViewPr>
      <p:scale>
        <a:sx n="3" d="2"/>
        <a:sy n="3" d="2"/>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6.xml"/><Relationship Id="rId18" Type="http://schemas.openxmlformats.org/officeDocument/2006/relationships/slide" Target="slides/slide11.xml"/><Relationship Id="rId26" Type="http://schemas.openxmlformats.org/officeDocument/2006/relationships/slide" Target="slides/slide19.xml"/><Relationship Id="rId39" Type="http://schemas.openxmlformats.org/officeDocument/2006/relationships/notesMaster" Target="notesMasters/notesMaster1.xml"/><Relationship Id="rId21" Type="http://schemas.openxmlformats.org/officeDocument/2006/relationships/slide" Target="slides/slide14.xml"/><Relationship Id="rId34" Type="http://schemas.openxmlformats.org/officeDocument/2006/relationships/slide" Target="slides/slide27.xml"/><Relationship Id="rId42" Type="http://schemas.openxmlformats.org/officeDocument/2006/relationships/theme" Target="theme/theme1.xml"/><Relationship Id="rId7" Type="http://schemas.openxmlformats.org/officeDocument/2006/relationships/slideMaster" Target="slideMasters/slideMaster7.xml"/><Relationship Id="rId2" Type="http://schemas.openxmlformats.org/officeDocument/2006/relationships/slideMaster" Target="slideMasters/slideMaster2.xml"/><Relationship Id="rId16" Type="http://schemas.openxmlformats.org/officeDocument/2006/relationships/slide" Target="slides/slide9.xml"/><Relationship Id="rId20" Type="http://schemas.openxmlformats.org/officeDocument/2006/relationships/slide" Target="slides/slide13.xml"/><Relationship Id="rId29" Type="http://schemas.openxmlformats.org/officeDocument/2006/relationships/slide" Target="slides/slide22.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Master" Target="slideMasters/slideMaster6.xml"/><Relationship Id="rId11" Type="http://schemas.openxmlformats.org/officeDocument/2006/relationships/slide" Target="slides/slide4.xml"/><Relationship Id="rId24" Type="http://schemas.openxmlformats.org/officeDocument/2006/relationships/slide" Target="slides/slide17.xml"/><Relationship Id="rId32" Type="http://schemas.openxmlformats.org/officeDocument/2006/relationships/slide" Target="slides/slide25.xml"/><Relationship Id="rId37" Type="http://schemas.openxmlformats.org/officeDocument/2006/relationships/slide" Target="slides/slide30.xml"/><Relationship Id="rId40" Type="http://schemas.openxmlformats.org/officeDocument/2006/relationships/presProps" Target="presProps.xml"/><Relationship Id="rId5" Type="http://schemas.openxmlformats.org/officeDocument/2006/relationships/slideMaster" Target="slideMasters/slideMaster5.xml"/><Relationship Id="rId15" Type="http://schemas.openxmlformats.org/officeDocument/2006/relationships/slide" Target="slides/slide8.xml"/><Relationship Id="rId23" Type="http://schemas.openxmlformats.org/officeDocument/2006/relationships/slide" Target="slides/slide16.xml"/><Relationship Id="rId28" Type="http://schemas.openxmlformats.org/officeDocument/2006/relationships/slide" Target="slides/slide21.xml"/><Relationship Id="rId36" Type="http://schemas.openxmlformats.org/officeDocument/2006/relationships/slide" Target="slides/slide29.xml"/><Relationship Id="rId10" Type="http://schemas.openxmlformats.org/officeDocument/2006/relationships/slide" Target="slides/slide3.xml"/><Relationship Id="rId19" Type="http://schemas.openxmlformats.org/officeDocument/2006/relationships/slide" Target="slides/slide12.xml"/><Relationship Id="rId31" Type="http://schemas.openxmlformats.org/officeDocument/2006/relationships/slide" Target="slides/slide24.xml"/><Relationship Id="rId4" Type="http://schemas.openxmlformats.org/officeDocument/2006/relationships/slideMaster" Target="slideMasters/slideMaster4.xml"/><Relationship Id="rId9" Type="http://schemas.openxmlformats.org/officeDocument/2006/relationships/slide" Target="slides/slide2.xml"/><Relationship Id="rId14" Type="http://schemas.openxmlformats.org/officeDocument/2006/relationships/slide" Target="slides/slide7.xml"/><Relationship Id="rId22" Type="http://schemas.openxmlformats.org/officeDocument/2006/relationships/slide" Target="slides/slide15.xml"/><Relationship Id="rId27" Type="http://schemas.openxmlformats.org/officeDocument/2006/relationships/slide" Target="slides/slide20.xml"/><Relationship Id="rId30" Type="http://schemas.openxmlformats.org/officeDocument/2006/relationships/slide" Target="slides/slide23.xml"/><Relationship Id="rId35" Type="http://schemas.openxmlformats.org/officeDocument/2006/relationships/slide" Target="slides/slide28.xml"/><Relationship Id="rId43" Type="http://schemas.openxmlformats.org/officeDocument/2006/relationships/tableStyles" Target="tableStyles.xml"/><Relationship Id="rId8" Type="http://schemas.openxmlformats.org/officeDocument/2006/relationships/slide" Target="slides/slide1.xml"/><Relationship Id="rId3" Type="http://schemas.openxmlformats.org/officeDocument/2006/relationships/slideMaster" Target="slideMasters/slideMaster3.xml"/><Relationship Id="rId12" Type="http://schemas.openxmlformats.org/officeDocument/2006/relationships/slide" Target="slides/slide5.xml"/><Relationship Id="rId17" Type="http://schemas.openxmlformats.org/officeDocument/2006/relationships/slide" Target="slides/slide10.xml"/><Relationship Id="rId25" Type="http://schemas.openxmlformats.org/officeDocument/2006/relationships/slide" Target="slides/slide18.xml"/><Relationship Id="rId33" Type="http://schemas.openxmlformats.org/officeDocument/2006/relationships/slide" Target="slides/slide26.xml"/><Relationship Id="rId38" Type="http://schemas.openxmlformats.org/officeDocument/2006/relationships/slide" Target="slides/slide31.xml"/></Relationships>
</file>

<file path=ppt/diagrams/_rels/data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svg"/><Relationship Id="rId1" Type="http://schemas.openxmlformats.org/officeDocument/2006/relationships/image" Target="../media/image28.png"/><Relationship Id="rId4" Type="http://schemas.openxmlformats.org/officeDocument/2006/relationships/image" Target="../media/image31.svg"/></Relationships>
</file>

<file path=ppt/diagrams/_rels/drawing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svg"/><Relationship Id="rId1" Type="http://schemas.openxmlformats.org/officeDocument/2006/relationships/image" Target="../media/image28.png"/><Relationship Id="rId4" Type="http://schemas.openxmlformats.org/officeDocument/2006/relationships/image" Target="../media/image31.svg"/></Relationships>
</file>

<file path=ppt/diagrams/colors1.xml><?xml version="1.0" encoding="utf-8"?>
<dgm:colorsDef xmlns:dgm="http://schemas.openxmlformats.org/drawingml/2006/diagram" xmlns:a="http://schemas.openxmlformats.org/drawingml/2006/main" uniqueId="urn:microsoft.com/office/officeart/2018/5/colors/Iconchunking_neutralicon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545DC5F4-D431-4A87-93B0-BBE05B35CCB1}" type="doc">
      <dgm:prSet loTypeId="urn:microsoft.com/office/officeart/2018/5/layout/IconLeafLabelList" loCatId="icon" qsTypeId="urn:microsoft.com/office/officeart/2005/8/quickstyle/simple1" qsCatId="simple" csTypeId="urn:microsoft.com/office/officeart/2018/5/colors/Iconchunking_neutralicon_colorful1" csCatId="colorful" phldr="1"/>
      <dgm:spPr/>
      <dgm:t>
        <a:bodyPr/>
        <a:lstStyle/>
        <a:p>
          <a:endParaRPr lang="en-US"/>
        </a:p>
      </dgm:t>
    </dgm:pt>
    <dgm:pt modelId="{54983E92-0B7C-43A8-8C1F-984B0DFA982E}">
      <dgm:prSet custT="1"/>
      <dgm:spPr/>
      <dgm:t>
        <a:bodyPr/>
        <a:lstStyle/>
        <a:p>
          <a:pPr>
            <a:defRPr cap="all"/>
          </a:pPr>
          <a:r>
            <a:rPr lang="en-US" sz="1800" dirty="0"/>
            <a:t>Due by Midnight </a:t>
          </a:r>
          <a:r>
            <a:rPr lang="en-US" sz="1800" dirty="0">
              <a:solidFill>
                <a:srgbClr val="C00000"/>
              </a:solidFill>
            </a:rPr>
            <a:t>(11:59 pm) on Monday, Sep 29, 2025</a:t>
          </a:r>
        </a:p>
      </dgm:t>
    </dgm:pt>
    <dgm:pt modelId="{47D3E5B5-E005-481D-9366-7FFA245A3F46}" type="parTrans" cxnId="{7E7C886D-A667-496F-8DDE-1B718561DB03}">
      <dgm:prSet/>
      <dgm:spPr/>
      <dgm:t>
        <a:bodyPr/>
        <a:lstStyle/>
        <a:p>
          <a:endParaRPr lang="en-US"/>
        </a:p>
      </dgm:t>
    </dgm:pt>
    <dgm:pt modelId="{9E0C94DC-193A-41FC-B82A-2A43E45C8107}" type="sibTrans" cxnId="{7E7C886D-A667-496F-8DDE-1B718561DB03}">
      <dgm:prSet/>
      <dgm:spPr/>
      <dgm:t>
        <a:bodyPr/>
        <a:lstStyle/>
        <a:p>
          <a:endParaRPr lang="en-US"/>
        </a:p>
      </dgm:t>
    </dgm:pt>
    <dgm:pt modelId="{A6242D37-AF81-4A91-9692-C3B78C4C080A}">
      <dgm:prSet custT="1"/>
      <dgm:spPr/>
      <dgm:t>
        <a:bodyPr/>
        <a:lstStyle/>
        <a:p>
          <a:pPr>
            <a:defRPr cap="all"/>
          </a:pPr>
          <a:r>
            <a:rPr lang="en-US" sz="1800" dirty="0"/>
            <a:t>Submit a word document only include </a:t>
          </a:r>
          <a:r>
            <a:rPr lang="en-US" sz="1800" dirty="0">
              <a:solidFill>
                <a:srgbClr val="C00000"/>
              </a:solidFill>
            </a:rPr>
            <a:t>question and answer</a:t>
          </a:r>
        </a:p>
      </dgm:t>
    </dgm:pt>
    <dgm:pt modelId="{A1582085-1655-4316-B7FE-C167B01E3451}" type="parTrans" cxnId="{0F5369C5-3BD8-41EC-82BC-B46BD7C285F5}">
      <dgm:prSet/>
      <dgm:spPr/>
      <dgm:t>
        <a:bodyPr/>
        <a:lstStyle/>
        <a:p>
          <a:endParaRPr lang="en-US"/>
        </a:p>
      </dgm:t>
    </dgm:pt>
    <dgm:pt modelId="{487527DA-4CA7-40A4-8E27-547430E84424}" type="sibTrans" cxnId="{0F5369C5-3BD8-41EC-82BC-B46BD7C285F5}">
      <dgm:prSet/>
      <dgm:spPr/>
      <dgm:t>
        <a:bodyPr/>
        <a:lstStyle/>
        <a:p>
          <a:endParaRPr lang="en-US"/>
        </a:p>
      </dgm:t>
    </dgm:pt>
    <dgm:pt modelId="{1CF3E5B1-FB46-4446-95BF-0E7408D9C151}" type="pres">
      <dgm:prSet presAssocID="{545DC5F4-D431-4A87-93B0-BBE05B35CCB1}" presName="root" presStyleCnt="0">
        <dgm:presLayoutVars>
          <dgm:dir/>
          <dgm:resizeHandles val="exact"/>
        </dgm:presLayoutVars>
      </dgm:prSet>
      <dgm:spPr/>
    </dgm:pt>
    <dgm:pt modelId="{BE3E81CB-7E93-484B-AE32-12C58B09BCE0}" type="pres">
      <dgm:prSet presAssocID="{54983E92-0B7C-43A8-8C1F-984B0DFA982E}" presName="compNode" presStyleCnt="0"/>
      <dgm:spPr/>
    </dgm:pt>
    <dgm:pt modelId="{D2D6216C-9B23-402E-A942-468E0F624F5B}" type="pres">
      <dgm:prSet presAssocID="{54983E92-0B7C-43A8-8C1F-984B0DFA982E}" presName="iconBgRect" presStyleLbl="bgShp" presStyleIdx="0" presStyleCnt="2"/>
      <dgm:spPr>
        <a:prstGeom prst="round2DiagRect">
          <a:avLst>
            <a:gd name="adj1" fmla="val 29727"/>
            <a:gd name="adj2" fmla="val 0"/>
          </a:avLst>
        </a:prstGeom>
      </dgm:spPr>
    </dgm:pt>
    <dgm:pt modelId="{F943F739-4EBC-47A7-A14C-25327E72C0F2}" type="pres">
      <dgm:prSet presAssocID="{54983E92-0B7C-43A8-8C1F-984B0DFA982E}" presName="iconRect" presStyleLbl="node1" presStyleIdx="0" presStyleCnt="2"/>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Alarm Clock"/>
        </a:ext>
      </dgm:extLst>
    </dgm:pt>
    <dgm:pt modelId="{3085FCD0-B526-4BA1-831E-148271EBCA71}" type="pres">
      <dgm:prSet presAssocID="{54983E92-0B7C-43A8-8C1F-984B0DFA982E}" presName="spaceRect" presStyleCnt="0"/>
      <dgm:spPr/>
    </dgm:pt>
    <dgm:pt modelId="{4E513C3D-9C85-4581-9570-C87158EE7A8E}" type="pres">
      <dgm:prSet presAssocID="{54983E92-0B7C-43A8-8C1F-984B0DFA982E}" presName="textRect" presStyleLbl="revTx" presStyleIdx="0" presStyleCnt="2" custScaleX="140708">
        <dgm:presLayoutVars>
          <dgm:chMax val="1"/>
          <dgm:chPref val="1"/>
        </dgm:presLayoutVars>
      </dgm:prSet>
      <dgm:spPr/>
    </dgm:pt>
    <dgm:pt modelId="{00D865C2-7AA1-4413-870A-557561F6A99D}" type="pres">
      <dgm:prSet presAssocID="{9E0C94DC-193A-41FC-B82A-2A43E45C8107}" presName="sibTrans" presStyleCnt="0"/>
      <dgm:spPr/>
    </dgm:pt>
    <dgm:pt modelId="{0444C821-AE95-419C-A2C2-10FD435B3E72}" type="pres">
      <dgm:prSet presAssocID="{A6242D37-AF81-4A91-9692-C3B78C4C080A}" presName="compNode" presStyleCnt="0"/>
      <dgm:spPr/>
    </dgm:pt>
    <dgm:pt modelId="{C1C41DF5-156F-4AFD-8177-5E65296E36DA}" type="pres">
      <dgm:prSet presAssocID="{A6242D37-AF81-4A91-9692-C3B78C4C080A}" presName="iconBgRect" presStyleLbl="bgShp" presStyleIdx="1" presStyleCnt="2"/>
      <dgm:spPr>
        <a:prstGeom prst="round2DiagRect">
          <a:avLst>
            <a:gd name="adj1" fmla="val 29727"/>
            <a:gd name="adj2" fmla="val 0"/>
          </a:avLst>
        </a:prstGeom>
      </dgm:spPr>
    </dgm:pt>
    <dgm:pt modelId="{BCD05D74-D5AE-459F-A6DF-06E0D3F03A72}" type="pres">
      <dgm:prSet presAssocID="{A6242D37-AF81-4A91-9692-C3B78C4C080A}" presName="iconRect" presStyleLbl="node1" presStyleIdx="1" presStyleCnt="2"/>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Checkmark"/>
        </a:ext>
      </dgm:extLst>
    </dgm:pt>
    <dgm:pt modelId="{2AB5314E-660E-4ED1-846B-8434948EF46B}" type="pres">
      <dgm:prSet presAssocID="{A6242D37-AF81-4A91-9692-C3B78C4C080A}" presName="spaceRect" presStyleCnt="0"/>
      <dgm:spPr/>
    </dgm:pt>
    <dgm:pt modelId="{A3838D15-85D1-4048-B20D-9009920800B0}" type="pres">
      <dgm:prSet presAssocID="{A6242D37-AF81-4A91-9692-C3B78C4C080A}" presName="textRect" presStyleLbl="revTx" presStyleIdx="1" presStyleCnt="2" custScaleX="147657">
        <dgm:presLayoutVars>
          <dgm:chMax val="1"/>
          <dgm:chPref val="1"/>
        </dgm:presLayoutVars>
      </dgm:prSet>
      <dgm:spPr/>
    </dgm:pt>
  </dgm:ptLst>
  <dgm:cxnLst>
    <dgm:cxn modelId="{34AD3E24-5AE2-4091-998E-71D41F9CDB89}" type="presOf" srcId="{A6242D37-AF81-4A91-9692-C3B78C4C080A}" destId="{A3838D15-85D1-4048-B20D-9009920800B0}" srcOrd="0" destOrd="0" presId="urn:microsoft.com/office/officeart/2018/5/layout/IconLeafLabelList"/>
    <dgm:cxn modelId="{7E7C886D-A667-496F-8DDE-1B718561DB03}" srcId="{545DC5F4-D431-4A87-93B0-BBE05B35CCB1}" destId="{54983E92-0B7C-43A8-8C1F-984B0DFA982E}" srcOrd="0" destOrd="0" parTransId="{47D3E5B5-E005-481D-9366-7FFA245A3F46}" sibTransId="{9E0C94DC-193A-41FC-B82A-2A43E45C8107}"/>
    <dgm:cxn modelId="{B47C2F55-9A4B-4FFB-AA38-9C2574693CD4}" type="presOf" srcId="{54983E92-0B7C-43A8-8C1F-984B0DFA982E}" destId="{4E513C3D-9C85-4581-9570-C87158EE7A8E}" srcOrd="0" destOrd="0" presId="urn:microsoft.com/office/officeart/2018/5/layout/IconLeafLabelList"/>
    <dgm:cxn modelId="{53CEBE9C-EA76-48A8-8DF7-6953575A9C37}" type="presOf" srcId="{545DC5F4-D431-4A87-93B0-BBE05B35CCB1}" destId="{1CF3E5B1-FB46-4446-95BF-0E7408D9C151}" srcOrd="0" destOrd="0" presId="urn:microsoft.com/office/officeart/2018/5/layout/IconLeafLabelList"/>
    <dgm:cxn modelId="{0F5369C5-3BD8-41EC-82BC-B46BD7C285F5}" srcId="{545DC5F4-D431-4A87-93B0-BBE05B35CCB1}" destId="{A6242D37-AF81-4A91-9692-C3B78C4C080A}" srcOrd="1" destOrd="0" parTransId="{A1582085-1655-4316-B7FE-C167B01E3451}" sibTransId="{487527DA-4CA7-40A4-8E27-547430E84424}"/>
    <dgm:cxn modelId="{5C6FCB9C-3574-4EF1-979B-C82FE21FC231}" type="presParOf" srcId="{1CF3E5B1-FB46-4446-95BF-0E7408D9C151}" destId="{BE3E81CB-7E93-484B-AE32-12C58B09BCE0}" srcOrd="0" destOrd="0" presId="urn:microsoft.com/office/officeart/2018/5/layout/IconLeafLabelList"/>
    <dgm:cxn modelId="{3BEBC4B0-3768-4D30-9883-ED03B1BB2AA3}" type="presParOf" srcId="{BE3E81CB-7E93-484B-AE32-12C58B09BCE0}" destId="{D2D6216C-9B23-402E-A942-468E0F624F5B}" srcOrd="0" destOrd="0" presId="urn:microsoft.com/office/officeart/2018/5/layout/IconLeafLabelList"/>
    <dgm:cxn modelId="{9334B4F2-C5A7-478D-8C83-6B6B78937527}" type="presParOf" srcId="{BE3E81CB-7E93-484B-AE32-12C58B09BCE0}" destId="{F943F739-4EBC-47A7-A14C-25327E72C0F2}" srcOrd="1" destOrd="0" presId="urn:microsoft.com/office/officeart/2018/5/layout/IconLeafLabelList"/>
    <dgm:cxn modelId="{722E4463-BB96-47A5-B05B-8394250686DE}" type="presParOf" srcId="{BE3E81CB-7E93-484B-AE32-12C58B09BCE0}" destId="{3085FCD0-B526-4BA1-831E-148271EBCA71}" srcOrd="2" destOrd="0" presId="urn:microsoft.com/office/officeart/2018/5/layout/IconLeafLabelList"/>
    <dgm:cxn modelId="{4DDDB5E8-1F23-4A78-9605-45AAF5833E68}" type="presParOf" srcId="{BE3E81CB-7E93-484B-AE32-12C58B09BCE0}" destId="{4E513C3D-9C85-4581-9570-C87158EE7A8E}" srcOrd="3" destOrd="0" presId="urn:microsoft.com/office/officeart/2018/5/layout/IconLeafLabelList"/>
    <dgm:cxn modelId="{123D8173-4B78-41DB-B068-2BA15E016A23}" type="presParOf" srcId="{1CF3E5B1-FB46-4446-95BF-0E7408D9C151}" destId="{00D865C2-7AA1-4413-870A-557561F6A99D}" srcOrd="1" destOrd="0" presId="urn:microsoft.com/office/officeart/2018/5/layout/IconLeafLabelList"/>
    <dgm:cxn modelId="{E92967F1-54D1-402B-9BE3-03FB7BECA8E6}" type="presParOf" srcId="{1CF3E5B1-FB46-4446-95BF-0E7408D9C151}" destId="{0444C821-AE95-419C-A2C2-10FD435B3E72}" srcOrd="2" destOrd="0" presId="urn:microsoft.com/office/officeart/2018/5/layout/IconLeafLabelList"/>
    <dgm:cxn modelId="{6A34589F-98DC-49A5-B284-AB8B04E10F1B}" type="presParOf" srcId="{0444C821-AE95-419C-A2C2-10FD435B3E72}" destId="{C1C41DF5-156F-4AFD-8177-5E65296E36DA}" srcOrd="0" destOrd="0" presId="urn:microsoft.com/office/officeart/2018/5/layout/IconLeafLabelList"/>
    <dgm:cxn modelId="{E4BDC4E7-B33D-408F-A28A-9E646BDBCB86}" type="presParOf" srcId="{0444C821-AE95-419C-A2C2-10FD435B3E72}" destId="{BCD05D74-D5AE-459F-A6DF-06E0D3F03A72}" srcOrd="1" destOrd="0" presId="urn:microsoft.com/office/officeart/2018/5/layout/IconLeafLabelList"/>
    <dgm:cxn modelId="{3D1E9DB2-C5D6-4774-8110-C1F4D3951E71}" type="presParOf" srcId="{0444C821-AE95-419C-A2C2-10FD435B3E72}" destId="{2AB5314E-660E-4ED1-846B-8434948EF46B}" srcOrd="2" destOrd="0" presId="urn:microsoft.com/office/officeart/2018/5/layout/IconLeafLabelList"/>
    <dgm:cxn modelId="{2B9C7FC2-A255-4335-A004-2546E39B1238}" type="presParOf" srcId="{0444C821-AE95-419C-A2C2-10FD435B3E72}" destId="{A3838D15-85D1-4048-B20D-9009920800B0}" srcOrd="3" destOrd="0" presId="urn:microsoft.com/office/officeart/2018/5/layout/IconLeafLabel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2D6216C-9B23-402E-A942-468E0F624F5B}">
      <dsp:nvSpPr>
        <dsp:cNvPr id="0" name=""/>
        <dsp:cNvSpPr/>
      </dsp:nvSpPr>
      <dsp:spPr>
        <a:xfrm>
          <a:off x="1178341" y="15356"/>
          <a:ext cx="1372500" cy="1372500"/>
        </a:xfrm>
        <a:prstGeom prst="round2DiagRect">
          <a:avLst>
            <a:gd name="adj1" fmla="val 29727"/>
            <a:gd name="adj2" fmla="val 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943F739-4EBC-47A7-A14C-25327E72C0F2}">
      <dsp:nvSpPr>
        <dsp:cNvPr id="0" name=""/>
        <dsp:cNvSpPr/>
      </dsp:nvSpPr>
      <dsp:spPr>
        <a:xfrm>
          <a:off x="1470841" y="307856"/>
          <a:ext cx="787500" cy="787500"/>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4E513C3D-9C85-4581-9570-C87158EE7A8E}">
      <dsp:nvSpPr>
        <dsp:cNvPr id="0" name=""/>
        <dsp:cNvSpPr/>
      </dsp:nvSpPr>
      <dsp:spPr>
        <a:xfrm>
          <a:off x="281626" y="1815356"/>
          <a:ext cx="3165930" cy="7439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defRPr cap="all"/>
          </a:pPr>
          <a:r>
            <a:rPr lang="en-US" sz="1800" kern="1200" dirty="0"/>
            <a:t>Due by Midnight </a:t>
          </a:r>
          <a:r>
            <a:rPr lang="en-US" sz="1800" kern="1200" dirty="0">
              <a:solidFill>
                <a:srgbClr val="C00000"/>
              </a:solidFill>
            </a:rPr>
            <a:t>(11:59 pm) on Monday, Sep 29, 2025</a:t>
          </a:r>
        </a:p>
      </dsp:txBody>
      <dsp:txXfrm>
        <a:off x="281626" y="1815356"/>
        <a:ext cx="3165930" cy="743927"/>
      </dsp:txXfrm>
    </dsp:sp>
    <dsp:sp modelId="{C1C41DF5-156F-4AFD-8177-5E65296E36DA}">
      <dsp:nvSpPr>
        <dsp:cNvPr id="0" name=""/>
        <dsp:cNvSpPr/>
      </dsp:nvSpPr>
      <dsp:spPr>
        <a:xfrm>
          <a:off x="4816197" y="15356"/>
          <a:ext cx="1372500" cy="1372500"/>
        </a:xfrm>
        <a:prstGeom prst="round2DiagRect">
          <a:avLst>
            <a:gd name="adj1" fmla="val 29727"/>
            <a:gd name="adj2" fmla="val 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CD05D74-D5AE-459F-A6DF-06E0D3F03A72}">
      <dsp:nvSpPr>
        <dsp:cNvPr id="0" name=""/>
        <dsp:cNvSpPr/>
      </dsp:nvSpPr>
      <dsp:spPr>
        <a:xfrm>
          <a:off x="5108697" y="307856"/>
          <a:ext cx="787500" cy="787500"/>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A3838D15-85D1-4048-B20D-9009920800B0}">
      <dsp:nvSpPr>
        <dsp:cNvPr id="0" name=""/>
        <dsp:cNvSpPr/>
      </dsp:nvSpPr>
      <dsp:spPr>
        <a:xfrm>
          <a:off x="3841306" y="1815356"/>
          <a:ext cx="3322282" cy="7439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defRPr cap="all"/>
          </a:pPr>
          <a:r>
            <a:rPr lang="en-US" sz="1800" kern="1200" dirty="0"/>
            <a:t>Submit a word document only include </a:t>
          </a:r>
          <a:r>
            <a:rPr lang="en-US" sz="1800" kern="1200" dirty="0">
              <a:solidFill>
                <a:srgbClr val="C00000"/>
              </a:solidFill>
            </a:rPr>
            <a:t>question and answer</a:t>
          </a:r>
        </a:p>
      </dsp:txBody>
      <dsp:txXfrm>
        <a:off x="3841306" y="1815356"/>
        <a:ext cx="3322282" cy="743927"/>
      </dsp:txXfrm>
    </dsp:sp>
  </dsp:spTree>
</dsp:drawing>
</file>

<file path=ppt/diagrams/layout1.xml><?xml version="1.0" encoding="utf-8"?>
<dgm:layoutDef xmlns:dgm="http://schemas.openxmlformats.org/drawingml/2006/diagram" xmlns:a="http://schemas.openxmlformats.org/drawingml/2006/main" uniqueId="urn:microsoft.com/office/officeart/2018/5/layout/IconLeafLabelList">
  <dgm:title val="Icon Leaf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round2DiagRect" r:blip="">
            <dgm:adjLst/>
            <dgm:extLst>
              <a:ext uri="{B698B0E9-8C71-41B9-8309-B3DCBF30829C}">
                <dgm1612:spPr xmlns:dgm1612="http://schemas.microsoft.com/office/drawing/2016/12/diagram">
                  <a:prstGeom prst="round2DiagRect">
                    <a:avLst>
                      <a:gd name="adj1" fmla="val 29727"/>
                      <a:gd name="adj2" fmla="val 0"/>
                    </a:avLst>
                  </a:prstGeom>
                </dgm1612:spPr>
              </a:ext>
            </dgm:ext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8.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4820"/>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idx="1"/>
          </p:nvPr>
        </p:nvSpPr>
        <p:spPr>
          <a:xfrm>
            <a:off x="3970938" y="0"/>
            <a:ext cx="3037840" cy="464820"/>
          </a:xfrm>
          <a:prstGeom prst="rect">
            <a:avLst/>
          </a:prstGeom>
        </p:spPr>
        <p:txBody>
          <a:bodyPr vert="horz" lIns="93177" tIns="46589" rIns="93177" bIns="46589" rtlCol="0"/>
          <a:lstStyle>
            <a:lvl1pPr algn="r">
              <a:defRPr sz="1200"/>
            </a:lvl1pPr>
          </a:lstStyle>
          <a:p>
            <a:fld id="{66C520B4-85AA-9542-8CF7-3D2DDCE6041D}" type="datetimeFigureOut">
              <a:rPr lang="en-US" smtClean="0"/>
              <a:pPr/>
              <a:t>9/22/2025</a:t>
            </a:fld>
            <a:endParaRPr lang="en-US"/>
          </a:p>
        </p:txBody>
      </p:sp>
      <p:sp>
        <p:nvSpPr>
          <p:cNvPr id="4" name="Slide Image Placeholder 3"/>
          <p:cNvSpPr>
            <a:spLocks noGrp="1" noRot="1" noChangeAspect="1"/>
          </p:cNvSpPr>
          <p:nvPr>
            <p:ph type="sldImg" idx="2"/>
          </p:nvPr>
        </p:nvSpPr>
        <p:spPr>
          <a:xfrm>
            <a:off x="715963" y="696913"/>
            <a:ext cx="5578475" cy="3486150"/>
          </a:xfrm>
          <a:prstGeom prst="rect">
            <a:avLst/>
          </a:prstGeom>
          <a:noFill/>
          <a:ln w="12700">
            <a:solidFill>
              <a:prstClr val="black"/>
            </a:solidFill>
          </a:ln>
        </p:spPr>
        <p:txBody>
          <a:bodyPr vert="horz" lIns="93177" tIns="46589" rIns="93177" bIns="46589" rtlCol="0" anchor="ctr"/>
          <a:lstStyle/>
          <a:p>
            <a:endParaRPr lang="en-US"/>
          </a:p>
        </p:txBody>
      </p:sp>
      <p:sp>
        <p:nvSpPr>
          <p:cNvPr id="5" name="Notes Placeholder 4"/>
          <p:cNvSpPr>
            <a:spLocks noGrp="1"/>
          </p:cNvSpPr>
          <p:nvPr>
            <p:ph type="body" sz="quarter" idx="3"/>
          </p:nvPr>
        </p:nvSpPr>
        <p:spPr>
          <a:xfrm>
            <a:off x="701040" y="4415790"/>
            <a:ext cx="5608320" cy="4183380"/>
          </a:xfrm>
          <a:prstGeom prst="rect">
            <a:avLst/>
          </a:prstGeom>
        </p:spPr>
        <p:txBody>
          <a:bodyPr vert="horz" lIns="93177" tIns="46589" rIns="93177" bIns="46589"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7"/>
            <a:ext cx="3037840" cy="464820"/>
          </a:xfrm>
          <a:prstGeom prst="rect">
            <a:avLst/>
          </a:prstGeom>
        </p:spPr>
        <p:txBody>
          <a:bodyPr vert="horz" lIns="93177" tIns="46589" rIns="93177" bIns="46589"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7"/>
            <a:ext cx="3037840" cy="464820"/>
          </a:xfrm>
          <a:prstGeom prst="rect">
            <a:avLst/>
          </a:prstGeom>
        </p:spPr>
        <p:txBody>
          <a:bodyPr vert="horz" lIns="93177" tIns="46589" rIns="93177" bIns="46589" rtlCol="0" anchor="b"/>
          <a:lstStyle>
            <a:lvl1pPr algn="r">
              <a:defRPr sz="1200"/>
            </a:lvl1pPr>
          </a:lstStyle>
          <a:p>
            <a:fld id="{56507943-197E-CE46-82F0-5A323A24AE7A}" type="slidenum">
              <a:rPr lang="en-US" smtClean="0"/>
              <a:pPr/>
              <a:t>‹#›</a:t>
            </a:fld>
            <a:endParaRPr lang="en-US"/>
          </a:p>
        </p:txBody>
      </p:sp>
    </p:spTree>
    <p:extLst>
      <p:ext uri="{BB962C8B-B14F-4D97-AF65-F5344CB8AC3E}">
        <p14:creationId xmlns:p14="http://schemas.microsoft.com/office/powerpoint/2010/main" val="134873609"/>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6507943-197E-CE46-82F0-5A323A24AE7A}" type="slidenum">
              <a:rPr kumimoji="0" lang="en-US" sz="1200" b="0" i="0" u="none" strike="noStrike" kern="1200" cap="none" spc="0" normalizeH="0" baseline="0" noProof="0" smtClean="0">
                <a:ln>
                  <a:noFill/>
                </a:ln>
                <a:solidFill>
                  <a:prstClr val="black"/>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58019354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3</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lang="en-US" altLang="en-US" sz="1200" dirty="0"/>
          </a:p>
        </p:txBody>
      </p:sp>
    </p:spTree>
    <p:extLst>
      <p:ext uri="{BB962C8B-B14F-4D97-AF65-F5344CB8AC3E}">
        <p14:creationId xmlns:p14="http://schemas.microsoft.com/office/powerpoint/2010/main" val="7241561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4</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33278257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5</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262374877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6</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pPr algn="l"/>
            <a:r>
              <a:rPr lang="en-US" b="0" i="0" dirty="0">
                <a:solidFill>
                  <a:srgbClr val="304E4E"/>
                </a:solidFill>
                <a:effectLst/>
                <a:latin typeface="Noto Serif"/>
              </a:rPr>
              <a:t>It is </a:t>
            </a:r>
            <a:r>
              <a:rPr lang="en-US" b="1" i="0" dirty="0">
                <a:solidFill>
                  <a:srgbClr val="304E4E"/>
                </a:solidFill>
                <a:effectLst/>
                <a:latin typeface="Noto Serif"/>
              </a:rPr>
              <a:t>reduced </a:t>
            </a:r>
            <a:r>
              <a:rPr lang="en-US" b="0" i="0" dirty="0">
                <a:solidFill>
                  <a:srgbClr val="304E4E"/>
                </a:solidFill>
                <a:effectLst/>
                <a:latin typeface="Noto Serif"/>
              </a:rPr>
              <a:t>because it is physically smaller than the size of the United States.</a:t>
            </a:r>
          </a:p>
          <a:p>
            <a:pPr algn="l"/>
            <a:r>
              <a:rPr lang="en-US" b="0" i="0" dirty="0">
                <a:solidFill>
                  <a:srgbClr val="304E4E"/>
                </a:solidFill>
                <a:effectLst/>
                <a:latin typeface="Noto Serif"/>
              </a:rPr>
              <a:t>It is </a:t>
            </a:r>
            <a:r>
              <a:rPr lang="en-US" b="1" i="0" dirty="0">
                <a:solidFill>
                  <a:srgbClr val="304E4E"/>
                </a:solidFill>
                <a:effectLst/>
                <a:latin typeface="Noto Serif"/>
              </a:rPr>
              <a:t>selective </a:t>
            </a:r>
            <a:r>
              <a:rPr lang="en-US" b="0" i="0" dirty="0">
                <a:solidFill>
                  <a:srgbClr val="304E4E"/>
                </a:solidFill>
                <a:effectLst/>
                <a:latin typeface="Noto Serif"/>
              </a:rPr>
              <a:t>because it does not show the relevant information to the purpose of this map.</a:t>
            </a:r>
          </a:p>
          <a:p>
            <a:pPr algn="l"/>
            <a:r>
              <a:rPr lang="en-US" b="0" i="0" dirty="0">
                <a:solidFill>
                  <a:srgbClr val="304E4E"/>
                </a:solidFill>
                <a:effectLst/>
                <a:latin typeface="Noto Serif"/>
              </a:rPr>
              <a:t>It is </a:t>
            </a:r>
            <a:r>
              <a:rPr lang="en-US" b="1" i="0" dirty="0">
                <a:solidFill>
                  <a:srgbClr val="304E4E"/>
                </a:solidFill>
                <a:effectLst/>
                <a:latin typeface="Noto Serif"/>
              </a:rPr>
              <a:t>symbolized </a:t>
            </a:r>
            <a:r>
              <a:rPr lang="en-US" b="0" i="0" dirty="0">
                <a:solidFill>
                  <a:srgbClr val="304E4E"/>
                </a:solidFill>
                <a:effectLst/>
                <a:latin typeface="Noto Serif"/>
              </a:rPr>
              <a:t>through the use of visual variables such as color, texture, size, and shape.</a:t>
            </a:r>
          </a:p>
          <a:p>
            <a:endParaRPr lang="en-US" altLang="en-US" dirty="0"/>
          </a:p>
        </p:txBody>
      </p:sp>
    </p:spTree>
    <p:extLst>
      <p:ext uri="{BB962C8B-B14F-4D97-AF65-F5344CB8AC3E}">
        <p14:creationId xmlns:p14="http://schemas.microsoft.com/office/powerpoint/2010/main" val="388497049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7</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160472877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9</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148736461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a:extLst>
              <a:ext uri="{FF2B5EF4-FFF2-40B4-BE49-F238E27FC236}">
                <a16:creationId xmlns:a16="http://schemas.microsoft.com/office/drawing/2014/main" id="{C7E09E1C-40D2-46F9-9F20-07EA588B3A3A}"/>
              </a:ext>
            </a:extLst>
          </p:cNvPr>
          <p:cNvSpPr>
            <a:spLocks noGrp="1" noChangeArrowheads="1"/>
          </p:cNvSpPr>
          <p:nvPr>
            <p:ph type="sldNum" sz="quarter" idx="5"/>
          </p:nvPr>
        </p:nvSpPr>
        <p:spPr>
          <a:ln/>
        </p:spPr>
        <p:txBody>
          <a:bodyPr/>
          <a:lstStyle/>
          <a:p>
            <a:fld id="{0CE062E2-CA43-4035-9E13-AD9908C25B62}" type="slidenum">
              <a:rPr lang="en-US" altLang="en-US"/>
              <a:pPr/>
              <a:t>10</a:t>
            </a:fld>
            <a:endParaRPr lang="en-US" altLang="en-US"/>
          </a:p>
        </p:txBody>
      </p:sp>
      <p:sp>
        <p:nvSpPr>
          <p:cNvPr id="124930" name="Rectangle 2">
            <a:extLst>
              <a:ext uri="{FF2B5EF4-FFF2-40B4-BE49-F238E27FC236}">
                <a16:creationId xmlns:a16="http://schemas.microsoft.com/office/drawing/2014/main" id="{DFA605D2-F657-4B1A-895E-09BF5F2A3B65}"/>
              </a:ext>
            </a:extLst>
          </p:cNvPr>
          <p:cNvSpPr>
            <a:spLocks noGrp="1" noRot="1" noChangeAspect="1" noChangeArrowheads="1" noTextEdit="1"/>
          </p:cNvSpPr>
          <p:nvPr>
            <p:ph type="sldImg"/>
          </p:nvPr>
        </p:nvSpPr>
        <p:spPr>
          <a:ln/>
        </p:spPr>
      </p:sp>
      <p:sp>
        <p:nvSpPr>
          <p:cNvPr id="124931" name="Rectangle 3">
            <a:extLst>
              <a:ext uri="{FF2B5EF4-FFF2-40B4-BE49-F238E27FC236}">
                <a16:creationId xmlns:a16="http://schemas.microsoft.com/office/drawing/2014/main" id="{4302226F-D9D5-4ED4-8280-5A95D5D61DC0}"/>
              </a:ext>
            </a:extLst>
          </p:cNvPr>
          <p:cNvSpPr>
            <a:spLocks noGrp="1" noChangeArrowheads="1"/>
          </p:cNvSpPr>
          <p:nvPr>
            <p:ph type="body" idx="1"/>
          </p:nvPr>
        </p:nvSpPr>
        <p:spPr/>
        <p:txBody>
          <a:bodyPr/>
          <a:lstStyle/>
          <a:p>
            <a:endParaRPr lang="en-US" altLang="en-US" dirty="0"/>
          </a:p>
        </p:txBody>
      </p:sp>
    </p:spTree>
    <p:extLst>
      <p:ext uri="{BB962C8B-B14F-4D97-AF65-F5344CB8AC3E}">
        <p14:creationId xmlns:p14="http://schemas.microsoft.com/office/powerpoint/2010/main" val="418713124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6507943-197E-CE46-82F0-5A323A24AE7A}" type="slidenum">
              <a:rPr lang="en-US" smtClean="0"/>
              <a:pPr/>
              <a:t>12</a:t>
            </a:fld>
            <a:endParaRPr lang="en-US"/>
          </a:p>
        </p:txBody>
      </p:sp>
    </p:spTree>
    <p:extLst>
      <p:ext uri="{BB962C8B-B14F-4D97-AF65-F5344CB8AC3E}">
        <p14:creationId xmlns:p14="http://schemas.microsoft.com/office/powerpoint/2010/main" val="37686263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000" b="1" i="0" dirty="0">
                <a:solidFill>
                  <a:srgbClr val="6C6C6C"/>
                </a:solidFill>
                <a:effectLst/>
                <a:latin typeface="Raleway"/>
              </a:rPr>
              <a:t>Enumeration Unit</a:t>
            </a:r>
            <a:r>
              <a:rPr lang="en-US" sz="1000" b="0" i="0" dirty="0">
                <a:solidFill>
                  <a:srgbClr val="6C6C6C"/>
                </a:solidFill>
                <a:effectLst/>
                <a:latin typeface="Raleway"/>
              </a:rPr>
              <a:t>: An areal unit by which enumerated data is aggregated and quantified. A common example of enumeration units is areal census units. Census data is aggregated into enumeration units that include blocks, block groups, census tracts, zip codes, and metropolitan areas, among many others. </a:t>
            </a:r>
          </a:p>
          <a:p>
            <a:r>
              <a:rPr lang="en-US" sz="1000" b="0" i="0" dirty="0">
                <a:solidFill>
                  <a:srgbClr val="6C6C6C"/>
                </a:solidFill>
                <a:effectLst/>
                <a:latin typeface="Raleway"/>
              </a:rPr>
              <a:t>Large areas can be perceived as ‘more important' and small areas as less</a:t>
            </a:r>
            <a:endParaRPr lang="en-US" sz="1000" dirty="0"/>
          </a:p>
        </p:txBody>
      </p:sp>
      <p:sp>
        <p:nvSpPr>
          <p:cNvPr id="4" name="Slide Number Placeholder 3"/>
          <p:cNvSpPr>
            <a:spLocks noGrp="1"/>
          </p:cNvSpPr>
          <p:nvPr>
            <p:ph type="sldNum" sz="quarter" idx="5"/>
          </p:nvPr>
        </p:nvSpPr>
        <p:spPr/>
        <p:txBody>
          <a:bodyPr/>
          <a:lstStyle/>
          <a:p>
            <a:fld id="{56507943-197E-CE46-82F0-5A323A24AE7A}" type="slidenum">
              <a:rPr lang="en-US" smtClean="0"/>
              <a:pPr/>
              <a:t>13</a:t>
            </a:fld>
            <a:endParaRPr lang="en-US"/>
          </a:p>
        </p:txBody>
      </p:sp>
    </p:spTree>
    <p:extLst>
      <p:ext uri="{BB962C8B-B14F-4D97-AF65-F5344CB8AC3E}">
        <p14:creationId xmlns:p14="http://schemas.microsoft.com/office/powerpoint/2010/main" val="321299137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000" b="0" i="0" dirty="0">
                <a:solidFill>
                  <a:srgbClr val="4D5156"/>
                </a:solidFill>
                <a:effectLst/>
                <a:latin typeface="Roboto"/>
              </a:rPr>
              <a:t>contiguous</a:t>
            </a:r>
          </a:p>
          <a:p>
            <a:r>
              <a:rPr lang="en-US" sz="1000" b="0" i="0" dirty="0">
                <a:solidFill>
                  <a:srgbClr val="4D5156"/>
                </a:solidFill>
                <a:effectLst/>
                <a:latin typeface="Roboto"/>
              </a:rPr>
              <a:t>Connecticut</a:t>
            </a:r>
            <a:endParaRPr lang="en-US" sz="1000" dirty="0"/>
          </a:p>
        </p:txBody>
      </p:sp>
      <p:sp>
        <p:nvSpPr>
          <p:cNvPr id="4" name="Slide Number Placeholder 3"/>
          <p:cNvSpPr>
            <a:spLocks noGrp="1"/>
          </p:cNvSpPr>
          <p:nvPr>
            <p:ph type="sldNum" sz="quarter" idx="5"/>
          </p:nvPr>
        </p:nvSpPr>
        <p:spPr/>
        <p:txBody>
          <a:bodyPr/>
          <a:lstStyle/>
          <a:p>
            <a:fld id="{56507943-197E-CE46-82F0-5A323A24AE7A}" type="slidenum">
              <a:rPr lang="en-US" smtClean="0"/>
              <a:pPr/>
              <a:t>14</a:t>
            </a:fld>
            <a:endParaRPr lang="en-US"/>
          </a:p>
        </p:txBody>
      </p:sp>
    </p:spTree>
    <p:extLst>
      <p:ext uri="{BB962C8B-B14F-4D97-AF65-F5344CB8AC3E}">
        <p14:creationId xmlns:p14="http://schemas.microsoft.com/office/powerpoint/2010/main" val="105777470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6507943-197E-CE46-82F0-5A323A24AE7A}" type="slidenum">
              <a:rPr lang="en-US" smtClean="0"/>
              <a:pPr/>
              <a:t>15</a:t>
            </a:fld>
            <a:endParaRPr lang="en-US"/>
          </a:p>
        </p:txBody>
      </p:sp>
    </p:spTree>
    <p:extLst>
      <p:ext uri="{BB962C8B-B14F-4D97-AF65-F5344CB8AC3E}">
        <p14:creationId xmlns:p14="http://schemas.microsoft.com/office/powerpoint/2010/main" val="426597293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6507943-197E-CE46-82F0-5A323A24AE7A}" type="slidenum">
              <a:rPr lang="en-US" smtClean="0"/>
              <a:pPr/>
              <a:t>16</a:t>
            </a:fld>
            <a:endParaRPr lang="en-US"/>
          </a:p>
        </p:txBody>
      </p:sp>
    </p:spTree>
    <p:extLst>
      <p:ext uri="{BB962C8B-B14F-4D97-AF65-F5344CB8AC3E}">
        <p14:creationId xmlns:p14="http://schemas.microsoft.com/office/powerpoint/2010/main" val="213813506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800" baseline="0" dirty="0">
                <a:latin typeface="+mn-lt"/>
              </a:rPr>
              <a:t>Spain, </a:t>
            </a:r>
            <a:r>
              <a:rPr lang="en-US" sz="800" b="0" i="0" baseline="0" dirty="0">
                <a:solidFill>
                  <a:srgbClr val="000000"/>
                </a:solidFill>
                <a:effectLst/>
                <a:latin typeface="+mn-lt"/>
              </a:rPr>
              <a:t>Population ageing</a:t>
            </a:r>
          </a:p>
          <a:p>
            <a:pPr marL="0" marR="0" lvl="0" indent="0" algn="l" defTabSz="457200" rtl="0" eaLnBrk="1" fontAlgn="auto" latinLnBrk="0" hangingPunct="1">
              <a:lnSpc>
                <a:spcPct val="100000"/>
              </a:lnSpc>
              <a:spcBef>
                <a:spcPts val="0"/>
              </a:spcBef>
              <a:spcAft>
                <a:spcPts val="0"/>
              </a:spcAft>
              <a:buClrTx/>
              <a:buSzTx/>
              <a:buFontTx/>
              <a:buNone/>
              <a:tabLst/>
              <a:defRPr/>
            </a:pPr>
            <a:r>
              <a:rPr lang="en-US" sz="800" b="0" i="0" baseline="0" dirty="0">
                <a:solidFill>
                  <a:srgbClr val="202124"/>
                </a:solidFill>
                <a:effectLst/>
                <a:latin typeface="+mn-lt"/>
              </a:rPr>
              <a:t> </a:t>
            </a:r>
            <a:r>
              <a:rPr lang="en-US" sz="800" b="1" i="0" baseline="0" dirty="0">
                <a:solidFill>
                  <a:srgbClr val="202124"/>
                </a:solidFill>
                <a:effectLst/>
                <a:latin typeface="+mn-lt"/>
              </a:rPr>
              <a:t>28.7 %</a:t>
            </a:r>
            <a:r>
              <a:rPr lang="en-US" sz="800" b="0" i="0" baseline="0" dirty="0">
                <a:solidFill>
                  <a:srgbClr val="000000"/>
                </a:solidFill>
                <a:effectLst/>
                <a:latin typeface="+mn-lt"/>
              </a:rPr>
              <a:t> in Japan</a:t>
            </a:r>
          </a:p>
          <a:p>
            <a:endParaRPr lang="en-US" dirty="0"/>
          </a:p>
        </p:txBody>
      </p:sp>
      <p:sp>
        <p:nvSpPr>
          <p:cNvPr id="4" name="Slide Number Placeholder 3"/>
          <p:cNvSpPr>
            <a:spLocks noGrp="1"/>
          </p:cNvSpPr>
          <p:nvPr>
            <p:ph type="sldNum" sz="quarter" idx="5"/>
          </p:nvPr>
        </p:nvSpPr>
        <p:spPr/>
        <p:txBody>
          <a:bodyPr/>
          <a:lstStyle/>
          <a:p>
            <a:fld id="{56507943-197E-CE46-82F0-5A323A24AE7A}" type="slidenum">
              <a:rPr lang="en-US" smtClean="0"/>
              <a:pPr/>
              <a:t>17</a:t>
            </a:fld>
            <a:endParaRPr lang="en-US"/>
          </a:p>
        </p:txBody>
      </p:sp>
    </p:spTree>
    <p:extLst>
      <p:ext uri="{BB962C8B-B14F-4D97-AF65-F5344CB8AC3E}">
        <p14:creationId xmlns:p14="http://schemas.microsoft.com/office/powerpoint/2010/main" val="375641895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effectLst/>
                <a:latin typeface="Roboto"/>
              </a:rPr>
              <a:t>Intergovernmental Panel on Climate Change</a:t>
            </a:r>
          </a:p>
          <a:p>
            <a:r>
              <a:rPr lang="en-US" b="0" i="0" dirty="0">
                <a:effectLst/>
                <a:latin typeface="Roboto"/>
              </a:rPr>
              <a:t>Vatican </a:t>
            </a:r>
            <a:endParaRPr lang="en-US" dirty="0"/>
          </a:p>
        </p:txBody>
      </p:sp>
      <p:sp>
        <p:nvSpPr>
          <p:cNvPr id="4" name="Slide Number Placeholder 3"/>
          <p:cNvSpPr>
            <a:spLocks noGrp="1"/>
          </p:cNvSpPr>
          <p:nvPr>
            <p:ph type="sldNum" sz="quarter" idx="5"/>
          </p:nvPr>
        </p:nvSpPr>
        <p:spPr/>
        <p:txBody>
          <a:bodyPr/>
          <a:lstStyle/>
          <a:p>
            <a:fld id="{56507943-197E-CE46-82F0-5A323A24AE7A}" type="slidenum">
              <a:rPr lang="en-US" smtClean="0"/>
              <a:pPr/>
              <a:t>21</a:t>
            </a:fld>
            <a:endParaRPr lang="en-US"/>
          </a:p>
        </p:txBody>
      </p:sp>
    </p:spTree>
    <p:extLst>
      <p:ext uri="{BB962C8B-B14F-4D97-AF65-F5344CB8AC3E}">
        <p14:creationId xmlns:p14="http://schemas.microsoft.com/office/powerpoint/2010/main" val="372045084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0295B3-6422-BB71-2DC8-30546E5C21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8F079F-C3DB-342E-8469-78A88DA588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81515F-504D-15DD-86E5-FA5955145FA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DE43149-B8EA-24BE-514E-DF33B3A1A4A5}"/>
              </a:ext>
            </a:extLst>
          </p:cNvPr>
          <p:cNvSpPr>
            <a:spLocks noGrp="1"/>
          </p:cNvSpPr>
          <p:nvPr>
            <p:ph type="sldNum" sz="quarter" idx="5"/>
          </p:nvPr>
        </p:nvSpPr>
        <p:spPr/>
        <p:txBody>
          <a:bodyPr/>
          <a:lstStyle/>
          <a:p>
            <a:fld id="{789B9940-C43A-4FAE-9729-EF4782F7B86D}" type="slidenum">
              <a:rPr lang="zh-CN" altLang="en-US" smtClean="0"/>
              <a:t>22</a:t>
            </a:fld>
            <a:endParaRPr lang="zh-CN" altLang="en-US" dirty="0"/>
          </a:p>
        </p:txBody>
      </p:sp>
    </p:spTree>
    <p:extLst>
      <p:ext uri="{BB962C8B-B14F-4D97-AF65-F5344CB8AC3E}">
        <p14:creationId xmlns:p14="http://schemas.microsoft.com/office/powerpoint/2010/main" val="146980556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0DB81A-07E5-043C-C412-93CF2684D6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C2DE32-2752-6C18-C897-0CA0826FA05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1C26FC3-FD8A-260B-BDB1-F3ED370AEBD5}"/>
              </a:ext>
            </a:extLst>
          </p:cNvPr>
          <p:cNvSpPr>
            <a:spLocks noGrp="1"/>
          </p:cNvSpPr>
          <p:nvPr>
            <p:ph type="body" idx="1"/>
          </p:nvPr>
        </p:nvSpPr>
        <p:spPr/>
        <p:txBody>
          <a:bodyPr/>
          <a:lstStyle/>
          <a:p>
            <a:pPr marL="228600" indent="-228600">
              <a:buAutoNum type="arabicPeriod"/>
            </a:pPr>
            <a:r>
              <a:rPr lang="en-US" dirty="0"/>
              <a:t>This is primarily a </a:t>
            </a:r>
            <a:r>
              <a:rPr lang="en-US" b="1" dirty="0"/>
              <a:t>Choropleth Map</a:t>
            </a:r>
            <a:r>
              <a:rPr lang="en-US" dirty="0"/>
              <a:t>. It uses colored geographic areas (counties, or possibly even smaller precincts given the title "Extremely Detailed") to represent the intensity or proportion of a variable – in this case, the 2020 US Presidential election results.</a:t>
            </a:r>
          </a:p>
          <a:p>
            <a:pPr marL="228600" indent="-228600">
              <a:buAutoNum type="arabicPeriod"/>
            </a:pPr>
            <a:r>
              <a:rPr lang="en-US" dirty="0"/>
              <a:t>The map uses a </a:t>
            </a:r>
            <a:r>
              <a:rPr lang="en-US" b="1" dirty="0"/>
              <a:t>Diverging Color Scheme</a:t>
            </a:r>
            <a:r>
              <a:rPr lang="en-US" dirty="0"/>
              <a:t>. t employs two distinct hues: </a:t>
            </a:r>
            <a:r>
              <a:rPr lang="en-US" b="1" dirty="0"/>
              <a:t>Red</a:t>
            </a:r>
            <a:r>
              <a:rPr lang="en-US" dirty="0"/>
              <a:t> (typically representing the Republican candidate, Donald Trump) and </a:t>
            </a:r>
            <a:r>
              <a:rPr lang="en-US" b="1" dirty="0"/>
              <a:t>Blue</a:t>
            </a:r>
            <a:r>
              <a:rPr lang="en-US" dirty="0"/>
              <a:t> (typically representing the Democratic candidate, Joseph Biden).</a:t>
            </a:r>
          </a:p>
          <a:p>
            <a:pPr marL="228600" indent="-228600">
              <a:buAutoNum type="arabicPeriod"/>
            </a:pPr>
            <a:r>
              <a:rPr lang="en-US" dirty="0"/>
              <a:t>The design uses a main map display area accompanied by a distinct </a:t>
            </a:r>
            <a:r>
              <a:rPr lang="en-US" b="1" dirty="0"/>
              <a:t>left-hand sidebar</a:t>
            </a:r>
            <a:r>
              <a:rPr lang="en-US" dirty="0"/>
              <a:t>. This is a common layout for interactive web maps. A clear </a:t>
            </a:r>
            <a:r>
              <a:rPr lang="en-US" b="1" dirty="0"/>
              <a:t>legend</a:t>
            </a:r>
            <a:r>
              <a:rPr lang="en-US" dirty="0"/>
              <a:t> is positioned unobtrusively in the bottom left corner.</a:t>
            </a:r>
          </a:p>
          <a:p>
            <a:pPr marL="228600" indent="-228600">
              <a:buAutoNum type="arabicPeriod"/>
            </a:pPr>
            <a:r>
              <a:rPr lang="en-US" dirty="0"/>
              <a:t>The map utilizes </a:t>
            </a:r>
            <a:r>
              <a:rPr lang="en-US" b="1" dirty="0"/>
              <a:t>interactive annotations (tooltips/pop-ups). </a:t>
            </a:r>
            <a:r>
              <a:rPr lang="en-US" dirty="0"/>
              <a:t>Static labels for major features like </a:t>
            </a:r>
            <a:r>
              <a:rPr lang="en-US" b="1" dirty="0"/>
              <a:t>state names</a:t>
            </a:r>
            <a:r>
              <a:rPr lang="en-US" dirty="0"/>
              <a:t> are included directly on the map in a subtle color and font size, providing geographic orientation without dominating the visualization.</a:t>
            </a:r>
          </a:p>
        </p:txBody>
      </p:sp>
      <p:sp>
        <p:nvSpPr>
          <p:cNvPr id="4" name="Slide Number Placeholder 3">
            <a:extLst>
              <a:ext uri="{FF2B5EF4-FFF2-40B4-BE49-F238E27FC236}">
                <a16:creationId xmlns:a16="http://schemas.microsoft.com/office/drawing/2014/main" id="{E5AB43EB-E362-5D6F-AE13-3C75B171157B}"/>
              </a:ext>
            </a:extLst>
          </p:cNvPr>
          <p:cNvSpPr>
            <a:spLocks noGrp="1"/>
          </p:cNvSpPr>
          <p:nvPr>
            <p:ph type="sldNum" sz="quarter" idx="5"/>
          </p:nvPr>
        </p:nvSpPr>
        <p:spPr/>
        <p:txBody>
          <a:bodyPr/>
          <a:lstStyle/>
          <a:p>
            <a:fld id="{789B9940-C43A-4FAE-9729-EF4782F7B86D}" type="slidenum">
              <a:rPr lang="zh-CN" altLang="en-US" smtClean="0"/>
              <a:t>26</a:t>
            </a:fld>
            <a:endParaRPr lang="zh-CN" altLang="en-US" dirty="0"/>
          </a:p>
        </p:txBody>
      </p:sp>
    </p:spTree>
    <p:extLst>
      <p:ext uri="{BB962C8B-B14F-4D97-AF65-F5344CB8AC3E}">
        <p14:creationId xmlns:p14="http://schemas.microsoft.com/office/powerpoint/2010/main" val="85396326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zh-CN" altLang="en-US" dirty="0"/>
          </a:p>
        </p:txBody>
      </p:sp>
      <p:sp>
        <p:nvSpPr>
          <p:cNvPr id="4" name="Slide Number Placeholder 3"/>
          <p:cNvSpPr>
            <a:spLocks noGrp="1"/>
          </p:cNvSpPr>
          <p:nvPr>
            <p:ph type="sldNum" sz="quarter" idx="5"/>
          </p:nvPr>
        </p:nvSpPr>
        <p:spPr/>
        <p:txBody>
          <a:bodyPr/>
          <a:lstStyle/>
          <a:p>
            <a:fld id="{56507943-197E-CE46-82F0-5A323A24AE7A}" type="slidenum">
              <a:rPr lang="en-US" smtClean="0"/>
              <a:pPr/>
              <a:t>31</a:t>
            </a:fld>
            <a:endParaRPr lang="en-US"/>
          </a:p>
        </p:txBody>
      </p:sp>
    </p:spTree>
    <p:extLst>
      <p:ext uri="{BB962C8B-B14F-4D97-AF65-F5344CB8AC3E}">
        <p14:creationId xmlns:p14="http://schemas.microsoft.com/office/powerpoint/2010/main" val="208912337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01411" y="2314323"/>
            <a:ext cx="7626779" cy="250361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392304" y="765324"/>
            <a:ext cx="7420646" cy="1106260"/>
          </a:xfrm>
          <a:effectLst/>
        </p:spPr>
        <p:txBody>
          <a:bodyPr anchor="b">
            <a:normAutofit/>
          </a:bodyPr>
          <a:lstStyle>
            <a:lvl1pPr>
              <a:defRPr sz="2430">
                <a:solidFill>
                  <a:schemeClr val="tx1">
                    <a:lumMod val="75000"/>
                    <a:lumOff val="25000"/>
                  </a:schemeClr>
                </a:solidFill>
              </a:defRPr>
            </a:lvl1pPr>
          </a:lstStyle>
          <a:p>
            <a:r>
              <a:rPr lang="en-US" altLang="zh-CN"/>
              <a:t>Click to edit Master title style</a:t>
            </a:r>
            <a:endParaRPr lang="en-US" dirty="0"/>
          </a:p>
        </p:txBody>
      </p:sp>
      <p:sp>
        <p:nvSpPr>
          <p:cNvPr id="3" name="Subtitle 2"/>
          <p:cNvSpPr>
            <a:spLocks noGrp="1"/>
          </p:cNvSpPr>
          <p:nvPr>
            <p:ph type="subTitle" idx="1"/>
          </p:nvPr>
        </p:nvSpPr>
        <p:spPr>
          <a:xfrm>
            <a:off x="392306" y="1871584"/>
            <a:ext cx="7420644" cy="442741"/>
          </a:xfrm>
        </p:spPr>
        <p:txBody>
          <a:bodyPr anchor="t">
            <a:normAutofit/>
          </a:bodyPr>
          <a:lstStyle>
            <a:lvl1pPr marL="0" indent="0" algn="l">
              <a:buNone/>
              <a:defRPr sz="1080" cap="all">
                <a:solidFill>
                  <a:schemeClr val="accent1"/>
                </a:solidFill>
              </a:defRPr>
            </a:lvl1pPr>
            <a:lvl2pPr marL="308610" indent="0" algn="ctr">
              <a:buNone/>
              <a:defRPr>
                <a:solidFill>
                  <a:schemeClr val="tx1">
                    <a:tint val="75000"/>
                  </a:schemeClr>
                </a:solidFill>
              </a:defRPr>
            </a:lvl2pPr>
            <a:lvl3pPr marL="617220" indent="0" algn="ctr">
              <a:buNone/>
              <a:defRPr>
                <a:solidFill>
                  <a:schemeClr val="tx1">
                    <a:tint val="75000"/>
                  </a:schemeClr>
                </a:solidFill>
              </a:defRPr>
            </a:lvl3pPr>
            <a:lvl4pPr marL="925830" indent="0" algn="ctr">
              <a:buNone/>
              <a:defRPr>
                <a:solidFill>
                  <a:schemeClr val="tx1">
                    <a:tint val="75000"/>
                  </a:schemeClr>
                </a:solidFill>
              </a:defRPr>
            </a:lvl4pPr>
            <a:lvl5pPr marL="1234440" indent="0" algn="ctr">
              <a:buNone/>
              <a:defRPr>
                <a:solidFill>
                  <a:schemeClr val="tx1">
                    <a:tint val="75000"/>
                  </a:schemeClr>
                </a:solidFill>
              </a:defRPr>
            </a:lvl5pPr>
            <a:lvl6pPr marL="1543050" indent="0" algn="ctr">
              <a:buNone/>
              <a:defRPr>
                <a:solidFill>
                  <a:schemeClr val="tx1">
                    <a:tint val="75000"/>
                  </a:schemeClr>
                </a:solidFill>
              </a:defRPr>
            </a:lvl6pPr>
            <a:lvl7pPr marL="1851660" indent="0" algn="ctr">
              <a:buNone/>
              <a:defRPr>
                <a:solidFill>
                  <a:schemeClr val="tx1">
                    <a:tint val="75000"/>
                  </a:schemeClr>
                </a:solidFill>
              </a:defRPr>
            </a:lvl7pPr>
            <a:lvl8pPr marL="2160270" indent="0" algn="ctr">
              <a:buNone/>
              <a:defRPr>
                <a:solidFill>
                  <a:schemeClr val="tx1">
                    <a:tint val="75000"/>
                  </a:schemeClr>
                </a:solidFill>
              </a:defRPr>
            </a:lvl8pPr>
            <a:lvl9pPr marL="2468880" indent="0" algn="ctr">
              <a:buNone/>
              <a:defRPr>
                <a:solidFill>
                  <a:schemeClr val="tx1">
                    <a:tint val="75000"/>
                  </a:schemeClr>
                </a:solidFill>
              </a:defRPr>
            </a:lvl9pPr>
          </a:lstStyle>
          <a:p>
            <a:r>
              <a:rPr lang="en-US" altLang="zh-CN"/>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2BAC3D6C-4C04-4098-BFD3-3A35EE232A02}" type="datetime1">
              <a:rPr lang="en-US" smtClean="0"/>
              <a:t>9/22/2025</a:t>
            </a:fld>
            <a:endParaRPr lang="en-US"/>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69596561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26617"/>
            <a:ext cx="7444991" cy="891540"/>
          </a:xfrm>
        </p:spPr>
        <p:txBody>
          <a:bodyPr/>
          <a:lstStyle/>
          <a:p>
            <a:r>
              <a:rPr lang="en-US" altLang="zh-CN"/>
              <a:t>Click to edit Master title style</a:t>
            </a:r>
            <a:endParaRPr lang="en-US" dirty="0"/>
          </a:p>
        </p:txBody>
      </p:sp>
      <p:sp>
        <p:nvSpPr>
          <p:cNvPr id="3" name="Content Placeholder 2"/>
          <p:cNvSpPr>
            <a:spLocks noGrp="1"/>
          </p:cNvSpPr>
          <p:nvPr>
            <p:ph idx="1"/>
          </p:nvPr>
        </p:nvSpPr>
        <p:spPr>
          <a:xfrm>
            <a:off x="392305" y="1755648"/>
            <a:ext cx="7444990" cy="2725865"/>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F4D4FE18-0348-44C2-B6F7-2E0D6E3F701A}" type="datetime1">
              <a:rPr lang="en-US" smtClean="0"/>
              <a:t>9/22/2025</a:t>
            </a:fld>
            <a:endParaRPr lang="en-US"/>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89364791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302276" y="3856481"/>
            <a:ext cx="7621331" cy="94412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392306" y="1795463"/>
            <a:ext cx="7444990" cy="1610600"/>
          </a:xfrm>
        </p:spPr>
        <p:txBody>
          <a:bodyPr anchor="b">
            <a:normAutofit/>
          </a:bodyPr>
          <a:lstStyle>
            <a:lvl1pPr algn="l">
              <a:defRPr sz="2430" b="0" cap="all">
                <a:solidFill>
                  <a:schemeClr val="tx1">
                    <a:lumMod val="75000"/>
                    <a:lumOff val="25000"/>
                  </a:schemeClr>
                </a:solidFill>
              </a:defRPr>
            </a:lvl1pPr>
          </a:lstStyle>
          <a:p>
            <a:r>
              <a:rPr lang="en-US" altLang="zh-CN"/>
              <a:t>Click to edit Master title style</a:t>
            </a:r>
            <a:endParaRPr lang="en-US" dirty="0"/>
          </a:p>
        </p:txBody>
      </p:sp>
      <p:sp>
        <p:nvSpPr>
          <p:cNvPr id="3" name="Text Placeholder 2"/>
          <p:cNvSpPr>
            <a:spLocks noGrp="1"/>
          </p:cNvSpPr>
          <p:nvPr>
            <p:ph type="body" idx="1"/>
          </p:nvPr>
        </p:nvSpPr>
        <p:spPr>
          <a:xfrm>
            <a:off x="392305" y="3406063"/>
            <a:ext cx="7444990" cy="450417"/>
          </a:xfrm>
        </p:spPr>
        <p:txBody>
          <a:bodyPr anchor="t">
            <a:normAutofit/>
          </a:bodyPr>
          <a:lstStyle>
            <a:lvl1pPr marL="0" indent="0" algn="l">
              <a:buNone/>
              <a:defRPr sz="1215" cap="all">
                <a:solidFill>
                  <a:schemeClr val="accent1"/>
                </a:solidFill>
              </a:defRPr>
            </a:lvl1pPr>
            <a:lvl2pPr marL="308610" indent="0">
              <a:buNone/>
              <a:defRPr sz="1215">
                <a:solidFill>
                  <a:schemeClr val="tx1">
                    <a:tint val="75000"/>
                  </a:schemeClr>
                </a:solidFill>
              </a:defRPr>
            </a:lvl2pPr>
            <a:lvl3pPr marL="617220" indent="0">
              <a:buNone/>
              <a:defRPr sz="1080">
                <a:solidFill>
                  <a:schemeClr val="tx1">
                    <a:tint val="75000"/>
                  </a:schemeClr>
                </a:solidFill>
              </a:defRPr>
            </a:lvl3pPr>
            <a:lvl4pPr marL="925830" indent="0">
              <a:buNone/>
              <a:defRPr sz="945">
                <a:solidFill>
                  <a:schemeClr val="tx1">
                    <a:tint val="75000"/>
                  </a:schemeClr>
                </a:solidFill>
              </a:defRPr>
            </a:lvl4pPr>
            <a:lvl5pPr marL="1234440" indent="0">
              <a:buNone/>
              <a:defRPr sz="945">
                <a:solidFill>
                  <a:schemeClr val="tx1">
                    <a:tint val="75000"/>
                  </a:schemeClr>
                </a:solidFill>
              </a:defRPr>
            </a:lvl5pPr>
            <a:lvl6pPr marL="1543050" indent="0">
              <a:buNone/>
              <a:defRPr sz="945">
                <a:solidFill>
                  <a:schemeClr val="tx1">
                    <a:tint val="75000"/>
                  </a:schemeClr>
                </a:solidFill>
              </a:defRPr>
            </a:lvl6pPr>
            <a:lvl7pPr marL="1851660" indent="0">
              <a:buNone/>
              <a:defRPr sz="945">
                <a:solidFill>
                  <a:schemeClr val="tx1">
                    <a:tint val="75000"/>
                  </a:schemeClr>
                </a:solidFill>
              </a:defRPr>
            </a:lvl7pPr>
            <a:lvl8pPr marL="2160270" indent="0">
              <a:buNone/>
              <a:defRPr sz="945">
                <a:solidFill>
                  <a:schemeClr val="tx1">
                    <a:tint val="75000"/>
                  </a:schemeClr>
                </a:solidFill>
              </a:defRPr>
            </a:lvl8pPr>
            <a:lvl9pPr marL="2468880" indent="0">
              <a:buNone/>
              <a:defRPr sz="945">
                <a:solidFill>
                  <a:schemeClr val="tx1">
                    <a:tint val="75000"/>
                  </a:schemeClr>
                </a:solidFill>
              </a:defRPr>
            </a:lvl9pPr>
          </a:lstStyle>
          <a:p>
            <a:pPr lvl="0"/>
            <a:r>
              <a:rPr lang="en-US" altLang="zh-CN"/>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736F0D2F-BB82-470C-9FE9-67ACBD4EA48C}" type="datetime1">
              <a:rPr lang="en-US" smtClean="0"/>
              <a:t>9/22/2025</a:t>
            </a:fld>
            <a:endParaRPr lang="en-US"/>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9470610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47244"/>
            <a:ext cx="7444991" cy="741249"/>
          </a:xfrm>
        </p:spPr>
        <p:txBody>
          <a:bodyPr/>
          <a:lstStyle/>
          <a:p>
            <a:r>
              <a:rPr lang="en-US" altLang="zh-CN"/>
              <a:t>Click to edit Master title style</a:t>
            </a:r>
            <a:endParaRPr lang="en-US" dirty="0"/>
          </a:p>
        </p:txBody>
      </p:sp>
      <p:sp>
        <p:nvSpPr>
          <p:cNvPr id="3" name="Content Placeholder 2"/>
          <p:cNvSpPr>
            <a:spLocks noGrp="1"/>
          </p:cNvSpPr>
          <p:nvPr>
            <p:ph sz="half" idx="1"/>
          </p:nvPr>
        </p:nvSpPr>
        <p:spPr>
          <a:xfrm>
            <a:off x="392305" y="1671003"/>
            <a:ext cx="3506468" cy="2724785"/>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4330827" y="1671003"/>
            <a:ext cx="3506469" cy="2724785"/>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Date Placeholder 4"/>
          <p:cNvSpPr>
            <a:spLocks noGrp="1"/>
          </p:cNvSpPr>
          <p:nvPr>
            <p:ph type="dt" sz="half" idx="10"/>
          </p:nvPr>
        </p:nvSpPr>
        <p:spPr/>
        <p:txBody>
          <a:bodyPr/>
          <a:lstStyle/>
          <a:p>
            <a:fld id="{E43A95C9-8F46-4670-8D9D-84E56B4CFD5A}" type="datetime1">
              <a:rPr lang="en-US" smtClean="0"/>
              <a:t>9/22/2025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8849283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392305" y="547244"/>
            <a:ext cx="7444991" cy="741249"/>
          </a:xfrm>
        </p:spPr>
        <p:txBody>
          <a:bodyPr/>
          <a:lstStyle/>
          <a:p>
            <a:r>
              <a:rPr lang="en-US" altLang="zh-CN"/>
              <a:t>Click to edit Master title style</a:t>
            </a:r>
            <a:endParaRPr lang="en-US" dirty="0"/>
          </a:p>
        </p:txBody>
      </p:sp>
      <p:sp>
        <p:nvSpPr>
          <p:cNvPr id="3" name="Text Placeholder 2"/>
          <p:cNvSpPr>
            <a:spLocks noGrp="1"/>
          </p:cNvSpPr>
          <p:nvPr>
            <p:ph type="body" idx="1"/>
          </p:nvPr>
        </p:nvSpPr>
        <p:spPr>
          <a:xfrm>
            <a:off x="392304" y="1688168"/>
            <a:ext cx="3506469" cy="418338"/>
          </a:xfrm>
        </p:spPr>
        <p:txBody>
          <a:bodyPr anchor="ctr">
            <a:noAutofit/>
          </a:bodyPr>
          <a:lstStyle>
            <a:lvl1pPr marL="0" indent="0">
              <a:buNone/>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lvl="0"/>
            <a:r>
              <a:rPr lang="en-US" altLang="zh-CN"/>
              <a:t>Click to edit Master text styles</a:t>
            </a:r>
          </a:p>
        </p:txBody>
      </p:sp>
      <p:sp>
        <p:nvSpPr>
          <p:cNvPr id="4" name="Content Placeholder 3"/>
          <p:cNvSpPr>
            <a:spLocks noGrp="1"/>
          </p:cNvSpPr>
          <p:nvPr>
            <p:ph sz="half" idx="2"/>
          </p:nvPr>
        </p:nvSpPr>
        <p:spPr>
          <a:xfrm>
            <a:off x="392306" y="2194540"/>
            <a:ext cx="3506467" cy="2201249"/>
          </a:xfrm>
        </p:spPr>
        <p:txBody>
          <a:bodyPr anchor="t">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Text Placeholder 4"/>
          <p:cNvSpPr>
            <a:spLocks noGrp="1"/>
          </p:cNvSpPr>
          <p:nvPr>
            <p:ph type="body" sz="quarter" idx="3"/>
          </p:nvPr>
        </p:nvSpPr>
        <p:spPr>
          <a:xfrm>
            <a:off x="4330826" y="1688169"/>
            <a:ext cx="3506470" cy="415030"/>
          </a:xfrm>
        </p:spPr>
        <p:txBody>
          <a:bodyPr anchor="ctr">
            <a:noAutofit/>
          </a:bodyPr>
          <a:lstStyle>
            <a:lvl1pPr marL="0" marR="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marL="0" marR="0" lvl="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a:pPr>
            <a:r>
              <a:rPr lang="en-US" altLang="zh-CN"/>
              <a:t>Click to edit Master text styles</a:t>
            </a:r>
          </a:p>
        </p:txBody>
      </p:sp>
      <p:sp>
        <p:nvSpPr>
          <p:cNvPr id="6" name="Content Placeholder 5"/>
          <p:cNvSpPr>
            <a:spLocks noGrp="1"/>
          </p:cNvSpPr>
          <p:nvPr>
            <p:ph sz="quarter" idx="4"/>
          </p:nvPr>
        </p:nvSpPr>
        <p:spPr>
          <a:xfrm>
            <a:off x="4330826" y="2194540"/>
            <a:ext cx="3506470" cy="2201249"/>
          </a:xfrm>
        </p:spPr>
        <p:txBody>
          <a:bodyPr anchor="t">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7" name="Date Placeholder 6"/>
          <p:cNvSpPr>
            <a:spLocks noGrp="1"/>
          </p:cNvSpPr>
          <p:nvPr>
            <p:ph type="dt" sz="half" idx="10"/>
          </p:nvPr>
        </p:nvSpPr>
        <p:spPr/>
        <p:txBody>
          <a:bodyPr/>
          <a:lstStyle/>
          <a:p>
            <a:fld id="{E5975E7C-2B02-474E-8FA0-86410A5FC033}" type="datetime1">
              <a:rPr lang="en-US" smtClean="0"/>
              <a:t>9/22/2025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3454789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388728" y="547244"/>
            <a:ext cx="7444991" cy="741249"/>
          </a:xfrm>
        </p:spPr>
        <p:txBody>
          <a:bodyPr/>
          <a:lstStyle/>
          <a:p>
            <a:r>
              <a:rPr lang="en-US" altLang="zh-CN"/>
              <a:t>Click to edit Master title style</a:t>
            </a:r>
            <a:endParaRPr lang="en-US" dirty="0"/>
          </a:p>
        </p:txBody>
      </p:sp>
      <p:sp>
        <p:nvSpPr>
          <p:cNvPr id="3" name="Date Placeholder 2"/>
          <p:cNvSpPr>
            <a:spLocks noGrp="1"/>
          </p:cNvSpPr>
          <p:nvPr>
            <p:ph type="dt" sz="half" idx="10"/>
          </p:nvPr>
        </p:nvSpPr>
        <p:spPr/>
        <p:txBody>
          <a:bodyPr/>
          <a:lstStyle/>
          <a:p>
            <a:fld id="{79154FF1-2CCB-4C67-BF4F-DF19FC698996}" type="datetime1">
              <a:rPr lang="en-US" smtClean="0"/>
              <a:t>9/22/2025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03771242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33F9D0A-F538-4910-B89C-0793149889D3}" type="datetime1">
              <a:rPr lang="en-US" smtClean="0"/>
              <a:t>9/22/2025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7064724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302277" y="450901"/>
            <a:ext cx="2485838" cy="436160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18304" y="700088"/>
            <a:ext cx="2046500" cy="1291814"/>
          </a:xfrm>
        </p:spPr>
        <p:txBody>
          <a:bodyPr anchor="b">
            <a:normAutofit/>
          </a:bodyPr>
          <a:lstStyle>
            <a:lvl1pPr algn="l">
              <a:defRPr sz="1620" b="0">
                <a:solidFill>
                  <a:srgbClr val="FFFFFF"/>
                </a:solidFill>
              </a:defRPr>
            </a:lvl1pPr>
          </a:lstStyle>
          <a:p>
            <a:r>
              <a:rPr lang="en-US" altLang="zh-CN"/>
              <a:t>Click to edit Master title style</a:t>
            </a:r>
            <a:endParaRPr lang="en-US" dirty="0"/>
          </a:p>
        </p:txBody>
      </p:sp>
      <p:sp>
        <p:nvSpPr>
          <p:cNvPr id="3" name="Content Placeholder 2"/>
          <p:cNvSpPr>
            <a:spLocks noGrp="1"/>
          </p:cNvSpPr>
          <p:nvPr>
            <p:ph idx="1"/>
          </p:nvPr>
        </p:nvSpPr>
        <p:spPr>
          <a:xfrm>
            <a:off x="3308127" y="884872"/>
            <a:ext cx="4489419" cy="3493662"/>
          </a:xfrm>
        </p:spPr>
        <p:txBody>
          <a:bodyPr anchor="ctr">
            <a:normAutofit/>
          </a:bodyPr>
          <a:lstStyle>
            <a:lvl1pPr>
              <a:defRPr sz="1350">
                <a:solidFill>
                  <a:schemeClr val="tx2"/>
                </a:solidFill>
              </a:defRPr>
            </a:lvl1pPr>
            <a:lvl2pPr>
              <a:defRPr sz="1215">
                <a:solidFill>
                  <a:schemeClr val="tx2"/>
                </a:solidFill>
              </a:defRPr>
            </a:lvl2pPr>
            <a:lvl3pPr>
              <a:defRPr sz="1080">
                <a:solidFill>
                  <a:schemeClr val="tx2"/>
                </a:solidFill>
              </a:defRPr>
            </a:lvl3pPr>
            <a:lvl4pPr>
              <a:defRPr sz="945">
                <a:solidFill>
                  <a:schemeClr val="tx2"/>
                </a:solidFill>
              </a:defRPr>
            </a:lvl4pPr>
            <a:lvl5pPr>
              <a:defRPr sz="945">
                <a:solidFill>
                  <a:schemeClr val="tx2"/>
                </a:solidFill>
              </a:defRPr>
            </a:lvl5pPr>
            <a:lvl6pPr>
              <a:defRPr sz="945">
                <a:solidFill>
                  <a:schemeClr val="tx2"/>
                </a:solidFill>
              </a:defRPr>
            </a:lvl6pPr>
            <a:lvl7pPr>
              <a:defRPr sz="945">
                <a:solidFill>
                  <a:schemeClr val="tx2"/>
                </a:solidFill>
              </a:defRPr>
            </a:lvl7pPr>
            <a:lvl8pPr>
              <a:defRPr sz="945">
                <a:solidFill>
                  <a:schemeClr val="tx2"/>
                </a:solidFill>
              </a:defRPr>
            </a:lvl8pPr>
            <a:lvl9pPr>
              <a:defRPr sz="945">
                <a:solidFill>
                  <a:schemeClr val="tx2"/>
                </a:solidFill>
              </a:defRPr>
            </a:lvl9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Text Placeholder 3"/>
          <p:cNvSpPr>
            <a:spLocks noGrp="1"/>
          </p:cNvSpPr>
          <p:nvPr>
            <p:ph type="body" sz="half" idx="2"/>
          </p:nvPr>
        </p:nvSpPr>
        <p:spPr>
          <a:xfrm>
            <a:off x="518304" y="2127491"/>
            <a:ext cx="2046500" cy="2251044"/>
          </a:xfrm>
        </p:spPr>
        <p:txBody>
          <a:bodyPr anchor="t">
            <a:normAutofit/>
          </a:bodyPr>
          <a:lstStyle>
            <a:lvl1pPr marL="0" indent="0" algn="l">
              <a:buNone/>
              <a:defRPr sz="1080">
                <a:solidFill>
                  <a:srgbClr val="FFFFFF"/>
                </a:solidFill>
              </a:defRPr>
            </a:lvl1pPr>
            <a:lvl2pPr marL="308610" indent="0">
              <a:buNone/>
              <a:defRPr sz="743"/>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ltLang="zh-CN"/>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5134017" y="4842687"/>
            <a:ext cx="1920239" cy="273844"/>
          </a:xfrm>
        </p:spPr>
        <p:txBody>
          <a:bodyPr/>
          <a:lstStyle/>
          <a:p>
            <a:fld id="{5CF7382D-DEC2-4064-84F2-56AF48079030}" type="datetime1">
              <a:rPr lang="en-US" smtClean="0"/>
              <a:t>9/22/2025</a:t>
            </a:fld>
            <a:endParaRPr lang="en-US"/>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392304" y="4839443"/>
            <a:ext cx="4669117" cy="273844"/>
          </a:xfrm>
        </p:spPr>
        <p:txBody>
          <a:bodyPr/>
          <a:lstStyle/>
          <a:p>
            <a:endParaRPr lang="en-US"/>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7126853" y="4842687"/>
            <a:ext cx="710444" cy="273844"/>
          </a:xfrm>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06962260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92305" y="3520042"/>
            <a:ext cx="7444991" cy="425054"/>
          </a:xfrm>
        </p:spPr>
        <p:txBody>
          <a:bodyPr anchor="b">
            <a:normAutofit/>
          </a:bodyPr>
          <a:lstStyle>
            <a:lvl1pPr algn="l">
              <a:defRPr sz="1620" b="0">
                <a:solidFill>
                  <a:schemeClr val="tx1">
                    <a:lumMod val="75000"/>
                    <a:lumOff val="25000"/>
                  </a:schemeClr>
                </a:solidFill>
              </a:defRPr>
            </a:lvl1pPr>
          </a:lstStyle>
          <a:p>
            <a:r>
              <a:rPr lang="en-US" altLang="zh-CN"/>
              <a:t>Click to edit Master title style</a:t>
            </a:r>
            <a:endParaRPr lang="en-US" dirty="0"/>
          </a:p>
        </p:txBody>
      </p:sp>
      <p:sp>
        <p:nvSpPr>
          <p:cNvPr id="3" name="Picture Placeholder 2"/>
          <p:cNvSpPr>
            <a:spLocks noGrp="1" noChangeAspect="1"/>
          </p:cNvSpPr>
          <p:nvPr>
            <p:ph type="pic" idx="1"/>
          </p:nvPr>
        </p:nvSpPr>
        <p:spPr>
          <a:xfrm>
            <a:off x="302277" y="481013"/>
            <a:ext cx="7621330" cy="2738437"/>
          </a:xfrm>
        </p:spPr>
        <p:txBody>
          <a:bodyPr anchor="t">
            <a:normAutofit/>
          </a:bodyPr>
          <a:lstStyle>
            <a:lvl1pPr marL="0" indent="0" algn="ctr">
              <a:buNone/>
              <a:defRPr sz="1080"/>
            </a:lvl1pPr>
            <a:lvl2pPr marL="308610" indent="0">
              <a:buNone/>
              <a:defRPr sz="1080"/>
            </a:lvl2pPr>
            <a:lvl3pPr marL="617220" indent="0">
              <a:buNone/>
              <a:defRPr sz="1080"/>
            </a:lvl3pPr>
            <a:lvl4pPr marL="925830" indent="0">
              <a:buNone/>
              <a:defRPr sz="1080"/>
            </a:lvl4pPr>
            <a:lvl5pPr marL="1234440" indent="0">
              <a:buNone/>
              <a:defRPr sz="1080"/>
            </a:lvl5pPr>
            <a:lvl6pPr marL="1543050" indent="0">
              <a:buNone/>
              <a:defRPr sz="1080"/>
            </a:lvl6pPr>
            <a:lvl7pPr marL="1851660" indent="0">
              <a:buNone/>
              <a:defRPr sz="1080"/>
            </a:lvl7pPr>
            <a:lvl8pPr marL="2160270" indent="0">
              <a:buNone/>
              <a:defRPr sz="1080"/>
            </a:lvl8pPr>
            <a:lvl9pPr marL="2468880" indent="0">
              <a:buNone/>
              <a:defRPr sz="1080"/>
            </a:lvl9pPr>
          </a:lstStyle>
          <a:p>
            <a:r>
              <a:rPr lang="en-US" altLang="zh-CN"/>
              <a:t>Click icon to add picture</a:t>
            </a:r>
            <a:endParaRPr lang="en-US" dirty="0"/>
          </a:p>
        </p:txBody>
      </p:sp>
      <p:sp>
        <p:nvSpPr>
          <p:cNvPr id="4" name="Text Placeholder 3"/>
          <p:cNvSpPr>
            <a:spLocks noGrp="1"/>
          </p:cNvSpPr>
          <p:nvPr>
            <p:ph type="body" sz="half" idx="2"/>
          </p:nvPr>
        </p:nvSpPr>
        <p:spPr>
          <a:xfrm>
            <a:off x="392305" y="3945095"/>
            <a:ext cx="7444991" cy="748611"/>
          </a:xfrm>
        </p:spPr>
        <p:txBody>
          <a:bodyPr anchor="t">
            <a:normAutofit/>
          </a:bodyPr>
          <a:lstStyle>
            <a:lvl1pPr marL="0" indent="0">
              <a:buNone/>
              <a:defRPr sz="1080"/>
            </a:lvl1pPr>
            <a:lvl2pPr marL="308610" indent="0">
              <a:buNone/>
              <a:defRPr sz="810"/>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D59E25F9-7C58-4ADD-B4E8-3E3F2DD7C261}" type="datetime1">
              <a:rPr lang="en-US" smtClean="0"/>
              <a:t>9/22/2025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9005945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392305" y="526617"/>
            <a:ext cx="7444991" cy="760350"/>
          </a:xfrm>
        </p:spPr>
        <p:txBody>
          <a:bodyPr/>
          <a:lstStyle/>
          <a:p>
            <a:r>
              <a:rPr lang="en-US" altLang="zh-CN"/>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463367AB-96C5-48C1-ABEF-4922F06666CC}" type="datetime1">
              <a:rPr lang="en-US" smtClean="0"/>
              <a:t>9/22/2025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90026462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5439252" y="449794"/>
            <a:ext cx="2488938" cy="436271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5537835" y="647700"/>
            <a:ext cx="2108835" cy="3605495"/>
          </a:xfrm>
        </p:spPr>
        <p:txBody>
          <a:bodyPr vert="eaVert" anchor="ctr"/>
          <a:lstStyle>
            <a:lvl1pPr>
              <a:defRPr>
                <a:solidFill>
                  <a:srgbClr val="FFFFFF"/>
                </a:solidFill>
              </a:defRPr>
            </a:lvl1pPr>
          </a:lstStyle>
          <a:p>
            <a:r>
              <a:rPr lang="en-US" altLang="zh-CN"/>
              <a:t>Click to edit Master title style</a:t>
            </a:r>
            <a:endParaRPr lang="en-US" dirty="0"/>
          </a:p>
        </p:txBody>
      </p:sp>
      <p:sp>
        <p:nvSpPr>
          <p:cNvPr id="3" name="Vertical Text Placeholder 2"/>
          <p:cNvSpPr>
            <a:spLocks noGrp="1"/>
          </p:cNvSpPr>
          <p:nvPr>
            <p:ph type="body" orient="vert" idx="1"/>
          </p:nvPr>
        </p:nvSpPr>
        <p:spPr>
          <a:xfrm>
            <a:off x="523073" y="647700"/>
            <a:ext cx="4834097" cy="3605495"/>
          </a:xfrm>
        </p:spPr>
        <p:txBody>
          <a:bodyPr vert="eaVert" ancho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301410" y="342900"/>
            <a:ext cx="2499741" cy="71248"/>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5428449" y="340232"/>
            <a:ext cx="2499741" cy="7391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004F2300-F914-44F4-9F48-323AB4F049A8}" type="datetime1">
              <a:rPr lang="en-US" smtClean="0"/>
              <a:t>9/22/2025</a:t>
            </a:fld>
            <a:endParaRPr lang="en-US"/>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0960549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图片母版">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1FDB2B17-32EF-C27F-91E6-B1D206B9CD59}"/>
              </a:ext>
            </a:extLst>
          </p:cNvPr>
          <p:cNvSpPr>
            <a:spLocks noGrp="1"/>
          </p:cNvSpPr>
          <p:nvPr>
            <p:ph type="title"/>
          </p:nvPr>
        </p:nvSpPr>
        <p:spPr>
          <a:xfrm>
            <a:off x="299952" y="347126"/>
            <a:ext cx="7629697" cy="428900"/>
          </a:xfrm>
          <a:prstGeom prst="rect">
            <a:avLst/>
          </a:prstGeom>
        </p:spPr>
        <p:txBody>
          <a:bodyPr wrap="square" lIns="0" rIns="0">
            <a:spAutoFit/>
          </a:bodyPr>
          <a:lstStyle>
            <a:lvl1pPr>
              <a:defRPr lang="zh-CN" altLang="en-US" sz="2430" kern="1200" dirty="0">
                <a:solidFill>
                  <a:schemeClr val="tx1">
                    <a:lumMod val="85000"/>
                    <a:lumOff val="15000"/>
                  </a:schemeClr>
                </a:solidFill>
                <a:latin typeface="+mj-lt"/>
                <a:ea typeface="+mj-ea"/>
                <a:cs typeface="+mj-cs"/>
              </a:defRPr>
            </a:lvl1pPr>
          </a:lstStyle>
          <a:p>
            <a:pPr marL="0" lvl="0" algn="l" defTabSz="617220" rtl="0" eaLnBrk="1" latinLnBrk="0" hangingPunct="1">
              <a:lnSpc>
                <a:spcPct val="90000"/>
              </a:lnSpc>
              <a:spcBef>
                <a:spcPct val="0"/>
              </a:spcBef>
              <a:buNone/>
            </a:pPr>
            <a:r>
              <a:rPr lang="zh-CN" altLang="en-US" dirty="0"/>
              <a:t>单击此处编辑母版标题样式</a:t>
            </a:r>
          </a:p>
        </p:txBody>
      </p:sp>
      <p:sp>
        <p:nvSpPr>
          <p:cNvPr id="11" name="矩形 10">
            <a:extLst>
              <a:ext uri="{FF2B5EF4-FFF2-40B4-BE49-F238E27FC236}">
                <a16:creationId xmlns:a16="http://schemas.microsoft.com/office/drawing/2014/main" id="{5820E477-3114-ACE8-A747-17F3AE499595}"/>
              </a:ext>
            </a:extLst>
          </p:cNvPr>
          <p:cNvSpPr/>
          <p:nvPr userDrawn="1"/>
        </p:nvSpPr>
        <p:spPr>
          <a:xfrm flipH="1">
            <a:off x="0" y="364331"/>
            <a:ext cx="73938" cy="332354"/>
          </a:xfrm>
          <a:prstGeom prst="rect">
            <a:avLst/>
          </a:prstGeom>
          <a:solidFill>
            <a:schemeClr val="accent1"/>
          </a:solidFill>
          <a:ln w="635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61722" tIns="30861" rIns="61722" bIns="30861" numCol="1" spcCol="0" rtlCol="0" fromWordArt="0" anchor="ctr" anchorCtr="0" forceAA="0" compatLnSpc="1">
            <a:noAutofit/>
          </a:bodyPr>
          <a:lstStyle/>
          <a:p>
            <a:pPr algn="ctr"/>
            <a:endParaRPr lang="zh-CN" altLang="en-US" sz="1215" dirty="0">
              <a:latin typeface="MiSans Light" panose="00000400000000000000" pitchFamily="2" charset="-122"/>
              <a:ea typeface="MiSans Light" panose="00000400000000000000" pitchFamily="2" charset="-122"/>
            </a:endParaRPr>
          </a:p>
        </p:txBody>
      </p:sp>
      <p:sp>
        <p:nvSpPr>
          <p:cNvPr id="2" name="图片占位符 3">
            <a:extLst>
              <a:ext uri="{FF2B5EF4-FFF2-40B4-BE49-F238E27FC236}">
                <a16:creationId xmlns:a16="http://schemas.microsoft.com/office/drawing/2014/main" id="{ECAF182F-4EB1-3A83-98BF-F49A8EA05325}"/>
              </a:ext>
            </a:extLst>
          </p:cNvPr>
          <p:cNvSpPr>
            <a:spLocks noGrp="1"/>
          </p:cNvSpPr>
          <p:nvPr>
            <p:ph type="pic" sz="quarter" idx="10"/>
          </p:nvPr>
        </p:nvSpPr>
        <p:spPr>
          <a:xfrm>
            <a:off x="307794" y="1142137"/>
            <a:ext cx="1475010" cy="1625400"/>
          </a:xfrm>
          <a:prstGeom prst="rect">
            <a:avLst/>
          </a:prstGeom>
          <a:blipFill dpi="0" rotWithShape="1">
            <a:blip r:embed="rId2"/>
            <a:srcRect/>
            <a:tile tx="0" ty="0" sx="70000" sy="70000" flip="none" algn="ctr"/>
          </a:blipFill>
          <a:ln>
            <a:noFill/>
          </a:ln>
        </p:spPr>
        <p:txBody>
          <a:bodyPr vert="horz" lIns="91440" tIns="45720" rIns="91440" bIns="45720" rtlCol="0">
            <a:normAutofit/>
          </a:bodyPr>
          <a:lstStyle>
            <a:lvl1pPr>
              <a:defRPr lang="zh-CN" altLang="en-US">
                <a:noFill/>
                <a:latin typeface="Arial" panose="020B0604020202020204" pitchFamily="34" charset="0"/>
                <a:ea typeface="微软雅黑" panose="020B0503020204020204" pitchFamily="34" charset="-122"/>
              </a:defRPr>
            </a:lvl1pPr>
          </a:lstStyle>
          <a:p>
            <a:pPr marL="0" lvl="0"/>
            <a:endParaRPr lang="zh-CN" altLang="en-US"/>
          </a:p>
        </p:txBody>
      </p:sp>
      <p:sp>
        <p:nvSpPr>
          <p:cNvPr id="12" name="图片占位符 3">
            <a:extLst>
              <a:ext uri="{FF2B5EF4-FFF2-40B4-BE49-F238E27FC236}">
                <a16:creationId xmlns:a16="http://schemas.microsoft.com/office/drawing/2014/main" id="{33CC1827-6301-4948-1D6B-82C7BDE05E44}"/>
              </a:ext>
            </a:extLst>
          </p:cNvPr>
          <p:cNvSpPr>
            <a:spLocks noGrp="1"/>
          </p:cNvSpPr>
          <p:nvPr>
            <p:ph type="pic" sz="quarter" idx="11"/>
          </p:nvPr>
        </p:nvSpPr>
        <p:spPr>
          <a:xfrm>
            <a:off x="1847661" y="1142137"/>
            <a:ext cx="1475010" cy="1625400"/>
          </a:xfrm>
          <a:prstGeom prst="rect">
            <a:avLst/>
          </a:prstGeom>
          <a:blipFill dpi="0" rotWithShape="1">
            <a:blip r:embed="rId2"/>
            <a:srcRect/>
            <a:tile tx="0" ty="0" sx="70000" sy="70000" flip="none" algn="ctr"/>
          </a:blipFill>
          <a:ln>
            <a:noFill/>
          </a:ln>
        </p:spPr>
        <p:txBody>
          <a:bodyPr vert="horz" lIns="91440" tIns="45720" rIns="91440" bIns="45720" rtlCol="0">
            <a:normAutofit/>
          </a:bodyPr>
          <a:lstStyle>
            <a:lvl1pPr>
              <a:defRPr lang="zh-CN" altLang="en-US">
                <a:noFill/>
                <a:latin typeface="Arial" panose="020B0604020202020204" pitchFamily="34" charset="0"/>
                <a:ea typeface="微软雅黑" panose="020B0503020204020204" pitchFamily="34" charset="-122"/>
              </a:defRPr>
            </a:lvl1pPr>
          </a:lstStyle>
          <a:p>
            <a:pPr marL="0" lvl="0"/>
            <a:endParaRPr lang="zh-CN" altLang="en-US" dirty="0"/>
          </a:p>
        </p:txBody>
      </p:sp>
      <p:sp>
        <p:nvSpPr>
          <p:cNvPr id="13" name="图片占位符 3">
            <a:extLst>
              <a:ext uri="{FF2B5EF4-FFF2-40B4-BE49-F238E27FC236}">
                <a16:creationId xmlns:a16="http://schemas.microsoft.com/office/drawing/2014/main" id="{CBF21A3D-BE45-9212-7C14-908D5B080B0B}"/>
              </a:ext>
            </a:extLst>
          </p:cNvPr>
          <p:cNvSpPr>
            <a:spLocks noGrp="1"/>
          </p:cNvSpPr>
          <p:nvPr>
            <p:ph type="pic" sz="quarter" idx="12"/>
          </p:nvPr>
        </p:nvSpPr>
        <p:spPr>
          <a:xfrm>
            <a:off x="3383061" y="1142137"/>
            <a:ext cx="1475010" cy="1625400"/>
          </a:xfrm>
          <a:prstGeom prst="rect">
            <a:avLst/>
          </a:prstGeom>
          <a:blipFill dpi="0" rotWithShape="1">
            <a:blip r:embed="rId2"/>
            <a:srcRect/>
            <a:tile tx="0" ty="0" sx="70000" sy="70000" flip="none" algn="ctr"/>
          </a:blipFill>
          <a:ln>
            <a:noFill/>
          </a:ln>
        </p:spPr>
        <p:txBody>
          <a:bodyPr vert="horz" lIns="91440" tIns="45720" rIns="91440" bIns="45720" rtlCol="0">
            <a:normAutofit/>
          </a:bodyPr>
          <a:lstStyle>
            <a:lvl1pPr>
              <a:defRPr lang="zh-CN" altLang="en-US">
                <a:noFill/>
                <a:latin typeface="Arial" panose="020B0604020202020204" pitchFamily="34" charset="0"/>
                <a:ea typeface="微软雅黑" panose="020B0503020204020204" pitchFamily="34" charset="-122"/>
              </a:defRPr>
            </a:lvl1pPr>
          </a:lstStyle>
          <a:p>
            <a:pPr marL="0" lvl="0"/>
            <a:endParaRPr lang="zh-CN" altLang="en-US"/>
          </a:p>
        </p:txBody>
      </p:sp>
      <p:sp>
        <p:nvSpPr>
          <p:cNvPr id="14" name="图片占位符 3">
            <a:extLst>
              <a:ext uri="{FF2B5EF4-FFF2-40B4-BE49-F238E27FC236}">
                <a16:creationId xmlns:a16="http://schemas.microsoft.com/office/drawing/2014/main" id="{493F7770-D370-B44E-AE1C-4E108293A4DC}"/>
              </a:ext>
            </a:extLst>
          </p:cNvPr>
          <p:cNvSpPr>
            <a:spLocks noGrp="1"/>
          </p:cNvSpPr>
          <p:nvPr>
            <p:ph type="pic" sz="quarter" idx="13"/>
          </p:nvPr>
        </p:nvSpPr>
        <p:spPr>
          <a:xfrm>
            <a:off x="307794" y="2840417"/>
            <a:ext cx="1475010" cy="1625400"/>
          </a:xfrm>
          <a:prstGeom prst="rect">
            <a:avLst/>
          </a:prstGeom>
          <a:blipFill dpi="0" rotWithShape="1">
            <a:blip r:embed="rId2"/>
            <a:srcRect/>
            <a:tile tx="0" ty="0" sx="70000" sy="70000" flip="none" algn="ctr"/>
          </a:blipFill>
          <a:ln>
            <a:noFill/>
          </a:ln>
        </p:spPr>
        <p:txBody>
          <a:bodyPr vert="horz" lIns="91440" tIns="45720" rIns="91440" bIns="45720" rtlCol="0">
            <a:normAutofit/>
          </a:bodyPr>
          <a:lstStyle>
            <a:lvl1pPr>
              <a:defRPr lang="zh-CN" altLang="en-US">
                <a:noFill/>
                <a:latin typeface="Arial" panose="020B0604020202020204" pitchFamily="34" charset="0"/>
                <a:ea typeface="微软雅黑" panose="020B0503020204020204" pitchFamily="34" charset="-122"/>
              </a:defRPr>
            </a:lvl1pPr>
          </a:lstStyle>
          <a:p>
            <a:pPr marL="0" lvl="0"/>
            <a:endParaRPr lang="zh-CN" altLang="en-US"/>
          </a:p>
        </p:txBody>
      </p:sp>
      <p:sp>
        <p:nvSpPr>
          <p:cNvPr id="15" name="图片占位符 3">
            <a:extLst>
              <a:ext uri="{FF2B5EF4-FFF2-40B4-BE49-F238E27FC236}">
                <a16:creationId xmlns:a16="http://schemas.microsoft.com/office/drawing/2014/main" id="{37BB7CE1-8E4E-9847-9917-A55FC5D1C4FB}"/>
              </a:ext>
            </a:extLst>
          </p:cNvPr>
          <p:cNvSpPr>
            <a:spLocks noGrp="1"/>
          </p:cNvSpPr>
          <p:nvPr>
            <p:ph type="pic" sz="quarter" idx="14"/>
          </p:nvPr>
        </p:nvSpPr>
        <p:spPr>
          <a:xfrm>
            <a:off x="1847661" y="2840417"/>
            <a:ext cx="1475010" cy="1625400"/>
          </a:xfrm>
          <a:prstGeom prst="rect">
            <a:avLst/>
          </a:prstGeom>
          <a:blipFill dpi="0" rotWithShape="1">
            <a:blip r:embed="rId2"/>
            <a:srcRect/>
            <a:tile tx="0" ty="0" sx="70000" sy="70000" flip="none" algn="ctr"/>
          </a:blipFill>
          <a:ln>
            <a:noFill/>
          </a:ln>
        </p:spPr>
        <p:txBody>
          <a:bodyPr vert="horz" lIns="91440" tIns="45720" rIns="91440" bIns="45720" rtlCol="0">
            <a:normAutofit/>
          </a:bodyPr>
          <a:lstStyle>
            <a:lvl1pPr>
              <a:defRPr lang="zh-CN" altLang="en-US">
                <a:noFill/>
                <a:latin typeface="Arial" panose="020B0604020202020204" pitchFamily="34" charset="0"/>
                <a:ea typeface="微软雅黑" panose="020B0503020204020204" pitchFamily="34" charset="-122"/>
              </a:defRPr>
            </a:lvl1pPr>
          </a:lstStyle>
          <a:p>
            <a:pPr marL="0" lvl="0"/>
            <a:endParaRPr lang="zh-CN" altLang="en-US" dirty="0"/>
          </a:p>
        </p:txBody>
      </p:sp>
      <p:sp>
        <p:nvSpPr>
          <p:cNvPr id="16" name="图片占位符 3">
            <a:extLst>
              <a:ext uri="{FF2B5EF4-FFF2-40B4-BE49-F238E27FC236}">
                <a16:creationId xmlns:a16="http://schemas.microsoft.com/office/drawing/2014/main" id="{388ACD78-59AF-D66B-18D5-3E6FCE42860D}"/>
              </a:ext>
            </a:extLst>
          </p:cNvPr>
          <p:cNvSpPr>
            <a:spLocks noGrp="1"/>
          </p:cNvSpPr>
          <p:nvPr>
            <p:ph type="pic" sz="quarter" idx="15"/>
          </p:nvPr>
        </p:nvSpPr>
        <p:spPr>
          <a:xfrm>
            <a:off x="3383061" y="2840417"/>
            <a:ext cx="1475010" cy="1625400"/>
          </a:xfrm>
          <a:prstGeom prst="rect">
            <a:avLst/>
          </a:prstGeom>
          <a:blipFill dpi="0" rotWithShape="1">
            <a:blip r:embed="rId2"/>
            <a:srcRect/>
            <a:tile tx="0" ty="0" sx="70000" sy="70000" flip="none" algn="ctr"/>
          </a:blipFill>
          <a:ln>
            <a:noFill/>
          </a:ln>
        </p:spPr>
        <p:txBody>
          <a:bodyPr vert="horz" lIns="91440" tIns="45720" rIns="91440" bIns="45720" rtlCol="0">
            <a:normAutofit/>
          </a:bodyPr>
          <a:lstStyle>
            <a:lvl1pPr>
              <a:defRPr lang="zh-CN" altLang="en-US">
                <a:noFill/>
                <a:latin typeface="Arial" panose="020B0604020202020204" pitchFamily="34" charset="0"/>
                <a:ea typeface="微软雅黑" panose="020B0503020204020204" pitchFamily="34" charset="-122"/>
              </a:defRPr>
            </a:lvl1pPr>
          </a:lstStyle>
          <a:p>
            <a:pPr marL="0" lvl="0"/>
            <a:endParaRPr lang="zh-CN" altLang="en-US"/>
          </a:p>
        </p:txBody>
      </p:sp>
      <p:sp>
        <p:nvSpPr>
          <p:cNvPr id="17" name="图片占位符 3">
            <a:extLst>
              <a:ext uri="{FF2B5EF4-FFF2-40B4-BE49-F238E27FC236}">
                <a16:creationId xmlns:a16="http://schemas.microsoft.com/office/drawing/2014/main" id="{4549B925-069B-59A3-F38C-4DAD4636E535}"/>
              </a:ext>
            </a:extLst>
          </p:cNvPr>
          <p:cNvSpPr>
            <a:spLocks noGrp="1"/>
          </p:cNvSpPr>
          <p:nvPr>
            <p:ph type="pic" sz="quarter" idx="16"/>
          </p:nvPr>
        </p:nvSpPr>
        <p:spPr>
          <a:xfrm>
            <a:off x="4930319" y="1142137"/>
            <a:ext cx="3007171" cy="1625400"/>
          </a:xfrm>
          <a:prstGeom prst="rect">
            <a:avLst/>
          </a:prstGeom>
          <a:blipFill dpi="0" rotWithShape="1">
            <a:blip r:embed="rId2"/>
            <a:srcRect/>
            <a:tile tx="0" ty="0" sx="70000" sy="70000" flip="none" algn="ctr"/>
          </a:blipFill>
          <a:ln>
            <a:noFill/>
          </a:ln>
        </p:spPr>
        <p:txBody>
          <a:bodyPr vert="horz" lIns="91440" tIns="45720" rIns="91440" bIns="45720" rtlCol="0">
            <a:normAutofit/>
          </a:bodyPr>
          <a:lstStyle>
            <a:lvl1pPr>
              <a:defRPr lang="zh-CN" altLang="en-US">
                <a:noFill/>
                <a:latin typeface="Arial" panose="020B0604020202020204" pitchFamily="34" charset="0"/>
                <a:ea typeface="微软雅黑" panose="020B0503020204020204" pitchFamily="34" charset="-122"/>
              </a:defRPr>
            </a:lvl1pPr>
          </a:lstStyle>
          <a:p>
            <a:pPr marL="0" lvl="0"/>
            <a:endParaRPr lang="zh-CN" altLang="en-US"/>
          </a:p>
        </p:txBody>
      </p:sp>
    </p:spTree>
    <p:extLst>
      <p:ext uri="{BB962C8B-B14F-4D97-AF65-F5344CB8AC3E}">
        <p14:creationId xmlns:p14="http://schemas.microsoft.com/office/powerpoint/2010/main" val="1690574833"/>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01411" y="2314323"/>
            <a:ext cx="7626779" cy="250361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392304" y="765324"/>
            <a:ext cx="7420646" cy="1106260"/>
          </a:xfrm>
          <a:effectLst/>
        </p:spPr>
        <p:txBody>
          <a:bodyPr anchor="b">
            <a:normAutofit/>
          </a:bodyPr>
          <a:lstStyle>
            <a:lvl1pPr>
              <a:defRPr sz="2430">
                <a:solidFill>
                  <a:schemeClr val="tx1">
                    <a:lumMod val="75000"/>
                    <a:lumOff val="25000"/>
                  </a:schemeClr>
                </a:solidFill>
              </a:defRPr>
            </a:lvl1pPr>
          </a:lstStyle>
          <a:p>
            <a:r>
              <a:rPr lang="en-US" altLang="zh-CN"/>
              <a:t>Click to edit Master title style</a:t>
            </a:r>
            <a:endParaRPr lang="en-US" dirty="0"/>
          </a:p>
        </p:txBody>
      </p:sp>
      <p:sp>
        <p:nvSpPr>
          <p:cNvPr id="3" name="Subtitle 2"/>
          <p:cNvSpPr>
            <a:spLocks noGrp="1"/>
          </p:cNvSpPr>
          <p:nvPr>
            <p:ph type="subTitle" idx="1"/>
          </p:nvPr>
        </p:nvSpPr>
        <p:spPr>
          <a:xfrm>
            <a:off x="392306" y="1871584"/>
            <a:ext cx="7420644" cy="442741"/>
          </a:xfrm>
        </p:spPr>
        <p:txBody>
          <a:bodyPr anchor="t">
            <a:normAutofit/>
          </a:bodyPr>
          <a:lstStyle>
            <a:lvl1pPr marL="0" indent="0" algn="l">
              <a:buNone/>
              <a:defRPr sz="1080" cap="all">
                <a:solidFill>
                  <a:schemeClr val="accent1"/>
                </a:solidFill>
              </a:defRPr>
            </a:lvl1pPr>
            <a:lvl2pPr marL="308610" indent="0" algn="ctr">
              <a:buNone/>
              <a:defRPr>
                <a:solidFill>
                  <a:schemeClr val="tx1">
                    <a:tint val="75000"/>
                  </a:schemeClr>
                </a:solidFill>
              </a:defRPr>
            </a:lvl2pPr>
            <a:lvl3pPr marL="617220" indent="0" algn="ctr">
              <a:buNone/>
              <a:defRPr>
                <a:solidFill>
                  <a:schemeClr val="tx1">
                    <a:tint val="75000"/>
                  </a:schemeClr>
                </a:solidFill>
              </a:defRPr>
            </a:lvl3pPr>
            <a:lvl4pPr marL="925830" indent="0" algn="ctr">
              <a:buNone/>
              <a:defRPr>
                <a:solidFill>
                  <a:schemeClr val="tx1">
                    <a:tint val="75000"/>
                  </a:schemeClr>
                </a:solidFill>
              </a:defRPr>
            </a:lvl4pPr>
            <a:lvl5pPr marL="1234440" indent="0" algn="ctr">
              <a:buNone/>
              <a:defRPr>
                <a:solidFill>
                  <a:schemeClr val="tx1">
                    <a:tint val="75000"/>
                  </a:schemeClr>
                </a:solidFill>
              </a:defRPr>
            </a:lvl5pPr>
            <a:lvl6pPr marL="1543050" indent="0" algn="ctr">
              <a:buNone/>
              <a:defRPr>
                <a:solidFill>
                  <a:schemeClr val="tx1">
                    <a:tint val="75000"/>
                  </a:schemeClr>
                </a:solidFill>
              </a:defRPr>
            </a:lvl6pPr>
            <a:lvl7pPr marL="1851660" indent="0" algn="ctr">
              <a:buNone/>
              <a:defRPr>
                <a:solidFill>
                  <a:schemeClr val="tx1">
                    <a:tint val="75000"/>
                  </a:schemeClr>
                </a:solidFill>
              </a:defRPr>
            </a:lvl7pPr>
            <a:lvl8pPr marL="2160270" indent="0" algn="ctr">
              <a:buNone/>
              <a:defRPr>
                <a:solidFill>
                  <a:schemeClr val="tx1">
                    <a:tint val="75000"/>
                  </a:schemeClr>
                </a:solidFill>
              </a:defRPr>
            </a:lvl8pPr>
            <a:lvl9pPr marL="2468880" indent="0" algn="ctr">
              <a:buNone/>
              <a:defRPr>
                <a:solidFill>
                  <a:schemeClr val="tx1">
                    <a:tint val="75000"/>
                  </a:schemeClr>
                </a:solidFill>
              </a:defRPr>
            </a:lvl9pPr>
          </a:lstStyle>
          <a:p>
            <a:r>
              <a:rPr lang="en-US" altLang="zh-CN"/>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7B6AF446-C7A3-4A2D-B01C-4080BC0DDC51}" type="datetime1">
              <a:rPr lang="en-US" smtClean="0"/>
              <a:t>9/22/2025</a:t>
            </a:fld>
            <a:endParaRPr lang="en-US"/>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93480760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26617"/>
            <a:ext cx="7444991" cy="891540"/>
          </a:xfrm>
        </p:spPr>
        <p:txBody>
          <a:bodyPr/>
          <a:lstStyle/>
          <a:p>
            <a:r>
              <a:rPr lang="en-US" altLang="zh-CN"/>
              <a:t>Click to edit Master title style</a:t>
            </a:r>
            <a:endParaRPr lang="en-US" dirty="0"/>
          </a:p>
        </p:txBody>
      </p:sp>
      <p:sp>
        <p:nvSpPr>
          <p:cNvPr id="3" name="Content Placeholder 2"/>
          <p:cNvSpPr>
            <a:spLocks noGrp="1"/>
          </p:cNvSpPr>
          <p:nvPr>
            <p:ph idx="1"/>
          </p:nvPr>
        </p:nvSpPr>
        <p:spPr>
          <a:xfrm>
            <a:off x="392305" y="1755648"/>
            <a:ext cx="7444990" cy="2725865"/>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E77A5B41-BFC4-4275-B283-99B49DA65AE7}" type="datetime1">
              <a:rPr lang="en-US" smtClean="0"/>
              <a:t>9/22/2025</a:t>
            </a:fld>
            <a:endParaRPr lang="en-US"/>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1716318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302276" y="3856481"/>
            <a:ext cx="7621331" cy="94412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392306" y="1795463"/>
            <a:ext cx="7444990" cy="1610600"/>
          </a:xfrm>
        </p:spPr>
        <p:txBody>
          <a:bodyPr anchor="b">
            <a:normAutofit/>
          </a:bodyPr>
          <a:lstStyle>
            <a:lvl1pPr algn="l">
              <a:defRPr sz="2430" b="0" cap="all">
                <a:solidFill>
                  <a:schemeClr val="tx1">
                    <a:lumMod val="75000"/>
                    <a:lumOff val="25000"/>
                  </a:schemeClr>
                </a:solidFill>
              </a:defRPr>
            </a:lvl1pPr>
          </a:lstStyle>
          <a:p>
            <a:r>
              <a:rPr lang="en-US" altLang="zh-CN"/>
              <a:t>Click to edit Master title style</a:t>
            </a:r>
            <a:endParaRPr lang="en-US" dirty="0"/>
          </a:p>
        </p:txBody>
      </p:sp>
      <p:sp>
        <p:nvSpPr>
          <p:cNvPr id="3" name="Text Placeholder 2"/>
          <p:cNvSpPr>
            <a:spLocks noGrp="1"/>
          </p:cNvSpPr>
          <p:nvPr>
            <p:ph type="body" idx="1"/>
          </p:nvPr>
        </p:nvSpPr>
        <p:spPr>
          <a:xfrm>
            <a:off x="392305" y="3406063"/>
            <a:ext cx="7444990" cy="450417"/>
          </a:xfrm>
        </p:spPr>
        <p:txBody>
          <a:bodyPr anchor="t">
            <a:normAutofit/>
          </a:bodyPr>
          <a:lstStyle>
            <a:lvl1pPr marL="0" indent="0" algn="l">
              <a:buNone/>
              <a:defRPr sz="1215" cap="all">
                <a:solidFill>
                  <a:schemeClr val="accent1"/>
                </a:solidFill>
              </a:defRPr>
            </a:lvl1pPr>
            <a:lvl2pPr marL="308610" indent="0">
              <a:buNone/>
              <a:defRPr sz="1215">
                <a:solidFill>
                  <a:schemeClr val="tx1">
                    <a:tint val="75000"/>
                  </a:schemeClr>
                </a:solidFill>
              </a:defRPr>
            </a:lvl2pPr>
            <a:lvl3pPr marL="617220" indent="0">
              <a:buNone/>
              <a:defRPr sz="1080">
                <a:solidFill>
                  <a:schemeClr val="tx1">
                    <a:tint val="75000"/>
                  </a:schemeClr>
                </a:solidFill>
              </a:defRPr>
            </a:lvl3pPr>
            <a:lvl4pPr marL="925830" indent="0">
              <a:buNone/>
              <a:defRPr sz="945">
                <a:solidFill>
                  <a:schemeClr val="tx1">
                    <a:tint val="75000"/>
                  </a:schemeClr>
                </a:solidFill>
              </a:defRPr>
            </a:lvl4pPr>
            <a:lvl5pPr marL="1234440" indent="0">
              <a:buNone/>
              <a:defRPr sz="945">
                <a:solidFill>
                  <a:schemeClr val="tx1">
                    <a:tint val="75000"/>
                  </a:schemeClr>
                </a:solidFill>
              </a:defRPr>
            </a:lvl5pPr>
            <a:lvl6pPr marL="1543050" indent="0">
              <a:buNone/>
              <a:defRPr sz="945">
                <a:solidFill>
                  <a:schemeClr val="tx1">
                    <a:tint val="75000"/>
                  </a:schemeClr>
                </a:solidFill>
              </a:defRPr>
            </a:lvl6pPr>
            <a:lvl7pPr marL="1851660" indent="0">
              <a:buNone/>
              <a:defRPr sz="945">
                <a:solidFill>
                  <a:schemeClr val="tx1">
                    <a:tint val="75000"/>
                  </a:schemeClr>
                </a:solidFill>
              </a:defRPr>
            </a:lvl7pPr>
            <a:lvl8pPr marL="2160270" indent="0">
              <a:buNone/>
              <a:defRPr sz="945">
                <a:solidFill>
                  <a:schemeClr val="tx1">
                    <a:tint val="75000"/>
                  </a:schemeClr>
                </a:solidFill>
              </a:defRPr>
            </a:lvl8pPr>
            <a:lvl9pPr marL="2468880" indent="0">
              <a:buNone/>
              <a:defRPr sz="945">
                <a:solidFill>
                  <a:schemeClr val="tx1">
                    <a:tint val="75000"/>
                  </a:schemeClr>
                </a:solidFill>
              </a:defRPr>
            </a:lvl9pPr>
          </a:lstStyle>
          <a:p>
            <a:pPr lvl="0"/>
            <a:r>
              <a:rPr lang="en-US" altLang="zh-CN"/>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FC9F5041-7C46-4557-A8EF-D9C07452E04F}" type="datetime1">
              <a:rPr lang="en-US" smtClean="0"/>
              <a:t>9/22/2025</a:t>
            </a:fld>
            <a:endParaRPr lang="en-US"/>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21228276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47244"/>
            <a:ext cx="7444991" cy="741249"/>
          </a:xfrm>
        </p:spPr>
        <p:txBody>
          <a:bodyPr/>
          <a:lstStyle/>
          <a:p>
            <a:r>
              <a:rPr lang="en-US" altLang="zh-CN"/>
              <a:t>Click to edit Master title style</a:t>
            </a:r>
            <a:endParaRPr lang="en-US" dirty="0"/>
          </a:p>
        </p:txBody>
      </p:sp>
      <p:sp>
        <p:nvSpPr>
          <p:cNvPr id="3" name="Content Placeholder 2"/>
          <p:cNvSpPr>
            <a:spLocks noGrp="1"/>
          </p:cNvSpPr>
          <p:nvPr>
            <p:ph sz="half" idx="1"/>
          </p:nvPr>
        </p:nvSpPr>
        <p:spPr>
          <a:xfrm>
            <a:off x="392305" y="1671003"/>
            <a:ext cx="3506468" cy="2724785"/>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4330827" y="1671003"/>
            <a:ext cx="3506469" cy="2724785"/>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Date Placeholder 4"/>
          <p:cNvSpPr>
            <a:spLocks noGrp="1"/>
          </p:cNvSpPr>
          <p:nvPr>
            <p:ph type="dt" sz="half" idx="10"/>
          </p:nvPr>
        </p:nvSpPr>
        <p:spPr/>
        <p:txBody>
          <a:bodyPr/>
          <a:lstStyle/>
          <a:p>
            <a:fld id="{9165F29B-8031-46B1-B8C6-0E15991220BD}" type="datetime1">
              <a:rPr lang="en-US" smtClean="0"/>
              <a:t>9/22/2025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92534136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392305" y="547244"/>
            <a:ext cx="7444991" cy="741249"/>
          </a:xfrm>
        </p:spPr>
        <p:txBody>
          <a:bodyPr/>
          <a:lstStyle/>
          <a:p>
            <a:r>
              <a:rPr lang="en-US" altLang="zh-CN"/>
              <a:t>Click to edit Master title style</a:t>
            </a:r>
            <a:endParaRPr lang="en-US" dirty="0"/>
          </a:p>
        </p:txBody>
      </p:sp>
      <p:sp>
        <p:nvSpPr>
          <p:cNvPr id="3" name="Text Placeholder 2"/>
          <p:cNvSpPr>
            <a:spLocks noGrp="1"/>
          </p:cNvSpPr>
          <p:nvPr>
            <p:ph type="body" idx="1"/>
          </p:nvPr>
        </p:nvSpPr>
        <p:spPr>
          <a:xfrm>
            <a:off x="392304" y="1688168"/>
            <a:ext cx="3506469" cy="418338"/>
          </a:xfrm>
        </p:spPr>
        <p:txBody>
          <a:bodyPr anchor="ctr">
            <a:noAutofit/>
          </a:bodyPr>
          <a:lstStyle>
            <a:lvl1pPr marL="0" indent="0">
              <a:buNone/>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lvl="0"/>
            <a:r>
              <a:rPr lang="en-US" altLang="zh-CN"/>
              <a:t>Click to edit Master text styles</a:t>
            </a:r>
          </a:p>
        </p:txBody>
      </p:sp>
      <p:sp>
        <p:nvSpPr>
          <p:cNvPr id="4" name="Content Placeholder 3"/>
          <p:cNvSpPr>
            <a:spLocks noGrp="1"/>
          </p:cNvSpPr>
          <p:nvPr>
            <p:ph sz="half" idx="2"/>
          </p:nvPr>
        </p:nvSpPr>
        <p:spPr>
          <a:xfrm>
            <a:off x="392306" y="2194540"/>
            <a:ext cx="3506467" cy="2201249"/>
          </a:xfrm>
        </p:spPr>
        <p:txBody>
          <a:bodyPr anchor="t">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Text Placeholder 4"/>
          <p:cNvSpPr>
            <a:spLocks noGrp="1"/>
          </p:cNvSpPr>
          <p:nvPr>
            <p:ph type="body" sz="quarter" idx="3"/>
          </p:nvPr>
        </p:nvSpPr>
        <p:spPr>
          <a:xfrm>
            <a:off x="4330826" y="1688169"/>
            <a:ext cx="3506470" cy="415030"/>
          </a:xfrm>
        </p:spPr>
        <p:txBody>
          <a:bodyPr anchor="ctr">
            <a:noAutofit/>
          </a:bodyPr>
          <a:lstStyle>
            <a:lvl1pPr marL="0" marR="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marL="0" marR="0" lvl="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a:pPr>
            <a:r>
              <a:rPr lang="en-US" altLang="zh-CN"/>
              <a:t>Click to edit Master text styles</a:t>
            </a:r>
          </a:p>
        </p:txBody>
      </p:sp>
      <p:sp>
        <p:nvSpPr>
          <p:cNvPr id="6" name="Content Placeholder 5"/>
          <p:cNvSpPr>
            <a:spLocks noGrp="1"/>
          </p:cNvSpPr>
          <p:nvPr>
            <p:ph sz="quarter" idx="4"/>
          </p:nvPr>
        </p:nvSpPr>
        <p:spPr>
          <a:xfrm>
            <a:off x="4330826" y="2194540"/>
            <a:ext cx="3506470" cy="2201249"/>
          </a:xfrm>
        </p:spPr>
        <p:txBody>
          <a:bodyPr anchor="t">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7" name="Date Placeholder 6"/>
          <p:cNvSpPr>
            <a:spLocks noGrp="1"/>
          </p:cNvSpPr>
          <p:nvPr>
            <p:ph type="dt" sz="half" idx="10"/>
          </p:nvPr>
        </p:nvSpPr>
        <p:spPr/>
        <p:txBody>
          <a:bodyPr/>
          <a:lstStyle/>
          <a:p>
            <a:fld id="{EA26BC96-89B3-4A8F-8C3A-8FECB7F0AF50}" type="datetime1">
              <a:rPr lang="en-US" smtClean="0"/>
              <a:t>9/22/2025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24902467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388728" y="547244"/>
            <a:ext cx="7444991" cy="741249"/>
          </a:xfrm>
        </p:spPr>
        <p:txBody>
          <a:bodyPr/>
          <a:lstStyle/>
          <a:p>
            <a:r>
              <a:rPr lang="en-US" altLang="zh-CN"/>
              <a:t>Click to edit Master title style</a:t>
            </a:r>
            <a:endParaRPr lang="en-US" dirty="0"/>
          </a:p>
        </p:txBody>
      </p:sp>
      <p:sp>
        <p:nvSpPr>
          <p:cNvPr id="3" name="Date Placeholder 2"/>
          <p:cNvSpPr>
            <a:spLocks noGrp="1"/>
          </p:cNvSpPr>
          <p:nvPr>
            <p:ph type="dt" sz="half" idx="10"/>
          </p:nvPr>
        </p:nvSpPr>
        <p:spPr/>
        <p:txBody>
          <a:bodyPr/>
          <a:lstStyle/>
          <a:p>
            <a:fld id="{979F6BEE-F3E4-4F76-B56D-1C48BBD7AEA9}" type="datetime1">
              <a:rPr lang="en-US" smtClean="0"/>
              <a:t>9/22/2025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98760913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EBF79E3-AE5C-4717-978E-15FC3620ACEF}" type="datetime1">
              <a:rPr lang="en-US" smtClean="0"/>
              <a:t>9/22/2025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63638541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302277" y="450901"/>
            <a:ext cx="2485838" cy="436160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18304" y="700088"/>
            <a:ext cx="2046500" cy="1291814"/>
          </a:xfrm>
        </p:spPr>
        <p:txBody>
          <a:bodyPr anchor="b">
            <a:normAutofit/>
          </a:bodyPr>
          <a:lstStyle>
            <a:lvl1pPr algn="l">
              <a:defRPr sz="1620" b="0">
                <a:solidFill>
                  <a:srgbClr val="FFFFFF"/>
                </a:solidFill>
              </a:defRPr>
            </a:lvl1pPr>
          </a:lstStyle>
          <a:p>
            <a:r>
              <a:rPr lang="en-US" altLang="zh-CN"/>
              <a:t>Click to edit Master title style</a:t>
            </a:r>
            <a:endParaRPr lang="en-US" dirty="0"/>
          </a:p>
        </p:txBody>
      </p:sp>
      <p:sp>
        <p:nvSpPr>
          <p:cNvPr id="3" name="Content Placeholder 2"/>
          <p:cNvSpPr>
            <a:spLocks noGrp="1"/>
          </p:cNvSpPr>
          <p:nvPr>
            <p:ph idx="1"/>
          </p:nvPr>
        </p:nvSpPr>
        <p:spPr>
          <a:xfrm>
            <a:off x="3308127" y="884872"/>
            <a:ext cx="4489419" cy="3493662"/>
          </a:xfrm>
        </p:spPr>
        <p:txBody>
          <a:bodyPr anchor="ctr">
            <a:normAutofit/>
          </a:bodyPr>
          <a:lstStyle>
            <a:lvl1pPr>
              <a:defRPr sz="1350">
                <a:solidFill>
                  <a:schemeClr val="tx2"/>
                </a:solidFill>
              </a:defRPr>
            </a:lvl1pPr>
            <a:lvl2pPr>
              <a:defRPr sz="1215">
                <a:solidFill>
                  <a:schemeClr val="tx2"/>
                </a:solidFill>
              </a:defRPr>
            </a:lvl2pPr>
            <a:lvl3pPr>
              <a:defRPr sz="1080">
                <a:solidFill>
                  <a:schemeClr val="tx2"/>
                </a:solidFill>
              </a:defRPr>
            </a:lvl3pPr>
            <a:lvl4pPr>
              <a:defRPr sz="945">
                <a:solidFill>
                  <a:schemeClr val="tx2"/>
                </a:solidFill>
              </a:defRPr>
            </a:lvl4pPr>
            <a:lvl5pPr>
              <a:defRPr sz="945">
                <a:solidFill>
                  <a:schemeClr val="tx2"/>
                </a:solidFill>
              </a:defRPr>
            </a:lvl5pPr>
            <a:lvl6pPr>
              <a:defRPr sz="945">
                <a:solidFill>
                  <a:schemeClr val="tx2"/>
                </a:solidFill>
              </a:defRPr>
            </a:lvl6pPr>
            <a:lvl7pPr>
              <a:defRPr sz="945">
                <a:solidFill>
                  <a:schemeClr val="tx2"/>
                </a:solidFill>
              </a:defRPr>
            </a:lvl7pPr>
            <a:lvl8pPr>
              <a:defRPr sz="945">
                <a:solidFill>
                  <a:schemeClr val="tx2"/>
                </a:solidFill>
              </a:defRPr>
            </a:lvl8pPr>
            <a:lvl9pPr>
              <a:defRPr sz="945">
                <a:solidFill>
                  <a:schemeClr val="tx2"/>
                </a:solidFill>
              </a:defRPr>
            </a:lvl9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Text Placeholder 3"/>
          <p:cNvSpPr>
            <a:spLocks noGrp="1"/>
          </p:cNvSpPr>
          <p:nvPr>
            <p:ph type="body" sz="half" idx="2"/>
          </p:nvPr>
        </p:nvSpPr>
        <p:spPr>
          <a:xfrm>
            <a:off x="518304" y="2127491"/>
            <a:ext cx="2046500" cy="2251044"/>
          </a:xfrm>
        </p:spPr>
        <p:txBody>
          <a:bodyPr anchor="t">
            <a:normAutofit/>
          </a:bodyPr>
          <a:lstStyle>
            <a:lvl1pPr marL="0" indent="0" algn="l">
              <a:buNone/>
              <a:defRPr sz="1080">
                <a:solidFill>
                  <a:srgbClr val="FFFFFF"/>
                </a:solidFill>
              </a:defRPr>
            </a:lvl1pPr>
            <a:lvl2pPr marL="308610" indent="0">
              <a:buNone/>
              <a:defRPr sz="743"/>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ltLang="zh-CN"/>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5134017" y="4842687"/>
            <a:ext cx="1920239" cy="273844"/>
          </a:xfrm>
        </p:spPr>
        <p:txBody>
          <a:bodyPr/>
          <a:lstStyle/>
          <a:p>
            <a:fld id="{07B82B69-02FF-4A00-BF94-063310C8EF70}" type="datetime1">
              <a:rPr lang="en-US" smtClean="0"/>
              <a:t>9/22/2025</a:t>
            </a:fld>
            <a:endParaRPr lang="en-US"/>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392304" y="4839443"/>
            <a:ext cx="4669117" cy="273844"/>
          </a:xfrm>
        </p:spPr>
        <p:txBody>
          <a:bodyPr/>
          <a:lstStyle/>
          <a:p>
            <a:endParaRPr lang="en-US"/>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7126853" y="4842687"/>
            <a:ext cx="710444" cy="273844"/>
          </a:xfrm>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81162797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92305" y="3520042"/>
            <a:ext cx="7444991" cy="425054"/>
          </a:xfrm>
        </p:spPr>
        <p:txBody>
          <a:bodyPr anchor="b">
            <a:normAutofit/>
          </a:bodyPr>
          <a:lstStyle>
            <a:lvl1pPr algn="l">
              <a:defRPr sz="1620" b="0">
                <a:solidFill>
                  <a:schemeClr val="tx1">
                    <a:lumMod val="75000"/>
                    <a:lumOff val="25000"/>
                  </a:schemeClr>
                </a:solidFill>
              </a:defRPr>
            </a:lvl1pPr>
          </a:lstStyle>
          <a:p>
            <a:r>
              <a:rPr lang="en-US" altLang="zh-CN"/>
              <a:t>Click to edit Master title style</a:t>
            </a:r>
            <a:endParaRPr lang="en-US" dirty="0"/>
          </a:p>
        </p:txBody>
      </p:sp>
      <p:sp>
        <p:nvSpPr>
          <p:cNvPr id="3" name="Picture Placeholder 2"/>
          <p:cNvSpPr>
            <a:spLocks noGrp="1" noChangeAspect="1"/>
          </p:cNvSpPr>
          <p:nvPr>
            <p:ph type="pic" idx="1"/>
          </p:nvPr>
        </p:nvSpPr>
        <p:spPr>
          <a:xfrm>
            <a:off x="302277" y="481013"/>
            <a:ext cx="7621330" cy="2738437"/>
          </a:xfrm>
        </p:spPr>
        <p:txBody>
          <a:bodyPr anchor="t">
            <a:normAutofit/>
          </a:bodyPr>
          <a:lstStyle>
            <a:lvl1pPr marL="0" indent="0" algn="ctr">
              <a:buNone/>
              <a:defRPr sz="1080"/>
            </a:lvl1pPr>
            <a:lvl2pPr marL="308610" indent="0">
              <a:buNone/>
              <a:defRPr sz="1080"/>
            </a:lvl2pPr>
            <a:lvl3pPr marL="617220" indent="0">
              <a:buNone/>
              <a:defRPr sz="1080"/>
            </a:lvl3pPr>
            <a:lvl4pPr marL="925830" indent="0">
              <a:buNone/>
              <a:defRPr sz="1080"/>
            </a:lvl4pPr>
            <a:lvl5pPr marL="1234440" indent="0">
              <a:buNone/>
              <a:defRPr sz="1080"/>
            </a:lvl5pPr>
            <a:lvl6pPr marL="1543050" indent="0">
              <a:buNone/>
              <a:defRPr sz="1080"/>
            </a:lvl6pPr>
            <a:lvl7pPr marL="1851660" indent="0">
              <a:buNone/>
              <a:defRPr sz="1080"/>
            </a:lvl7pPr>
            <a:lvl8pPr marL="2160270" indent="0">
              <a:buNone/>
              <a:defRPr sz="1080"/>
            </a:lvl8pPr>
            <a:lvl9pPr marL="2468880" indent="0">
              <a:buNone/>
              <a:defRPr sz="1080"/>
            </a:lvl9pPr>
          </a:lstStyle>
          <a:p>
            <a:r>
              <a:rPr lang="en-US" altLang="zh-CN"/>
              <a:t>Click icon to add picture</a:t>
            </a:r>
            <a:endParaRPr lang="en-US" dirty="0"/>
          </a:p>
        </p:txBody>
      </p:sp>
      <p:sp>
        <p:nvSpPr>
          <p:cNvPr id="4" name="Text Placeholder 3"/>
          <p:cNvSpPr>
            <a:spLocks noGrp="1"/>
          </p:cNvSpPr>
          <p:nvPr>
            <p:ph type="body" sz="half" idx="2"/>
          </p:nvPr>
        </p:nvSpPr>
        <p:spPr>
          <a:xfrm>
            <a:off x="392305" y="3945095"/>
            <a:ext cx="7444991" cy="748611"/>
          </a:xfrm>
        </p:spPr>
        <p:txBody>
          <a:bodyPr anchor="t">
            <a:normAutofit/>
          </a:bodyPr>
          <a:lstStyle>
            <a:lvl1pPr marL="0" indent="0">
              <a:buNone/>
              <a:defRPr sz="1080"/>
            </a:lvl1pPr>
            <a:lvl2pPr marL="308610" indent="0">
              <a:buNone/>
              <a:defRPr sz="810"/>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8C7A3C19-50BF-43F6-AD63-C05469BE5035}" type="datetime1">
              <a:rPr lang="en-US" smtClean="0"/>
              <a:t>9/22/2025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5313787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392305" y="526617"/>
            <a:ext cx="7444991" cy="760350"/>
          </a:xfrm>
        </p:spPr>
        <p:txBody>
          <a:bodyPr/>
          <a:lstStyle/>
          <a:p>
            <a:r>
              <a:rPr lang="en-US" altLang="zh-CN"/>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FED35F4A-7979-4619-A182-7748F9FBAA45}" type="datetime1">
              <a:rPr lang="en-US" smtClean="0"/>
              <a:t>9/22/2025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04120010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5439252" y="449794"/>
            <a:ext cx="2488938" cy="436271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5537835" y="647700"/>
            <a:ext cx="2108835" cy="3605495"/>
          </a:xfrm>
        </p:spPr>
        <p:txBody>
          <a:bodyPr vert="eaVert" anchor="ctr"/>
          <a:lstStyle>
            <a:lvl1pPr>
              <a:defRPr>
                <a:solidFill>
                  <a:srgbClr val="FFFFFF"/>
                </a:solidFill>
              </a:defRPr>
            </a:lvl1pPr>
          </a:lstStyle>
          <a:p>
            <a:r>
              <a:rPr lang="en-US" altLang="zh-CN"/>
              <a:t>Click to edit Master title style</a:t>
            </a:r>
            <a:endParaRPr lang="en-US" dirty="0"/>
          </a:p>
        </p:txBody>
      </p:sp>
      <p:sp>
        <p:nvSpPr>
          <p:cNvPr id="3" name="Vertical Text Placeholder 2"/>
          <p:cNvSpPr>
            <a:spLocks noGrp="1"/>
          </p:cNvSpPr>
          <p:nvPr>
            <p:ph type="body" orient="vert" idx="1"/>
          </p:nvPr>
        </p:nvSpPr>
        <p:spPr>
          <a:xfrm>
            <a:off x="523073" y="647700"/>
            <a:ext cx="4834097" cy="3605495"/>
          </a:xfrm>
        </p:spPr>
        <p:txBody>
          <a:bodyPr vert="eaVert" ancho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301410" y="342900"/>
            <a:ext cx="2499741" cy="71248"/>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5428449" y="340232"/>
            <a:ext cx="2499741" cy="7391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4E8A0E10-3CDB-43FE-B1B5-7D3654751138}" type="datetime1">
              <a:rPr lang="en-US" smtClean="0"/>
              <a:t>9/22/2025</a:t>
            </a:fld>
            <a:endParaRPr lang="en-US"/>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60237124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01411" y="2314323"/>
            <a:ext cx="7626779" cy="250361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392304" y="765324"/>
            <a:ext cx="7420646" cy="1106260"/>
          </a:xfrm>
          <a:effectLst/>
        </p:spPr>
        <p:txBody>
          <a:bodyPr anchor="b">
            <a:normAutofit/>
          </a:bodyPr>
          <a:lstStyle>
            <a:lvl1pPr>
              <a:defRPr sz="2430">
                <a:solidFill>
                  <a:schemeClr val="tx1">
                    <a:lumMod val="75000"/>
                    <a:lumOff val="25000"/>
                  </a:schemeClr>
                </a:solidFill>
              </a:defRPr>
            </a:lvl1pPr>
          </a:lstStyle>
          <a:p>
            <a:r>
              <a:rPr lang="en-US" altLang="zh-CN"/>
              <a:t>Click to edit Master title style</a:t>
            </a:r>
            <a:endParaRPr lang="en-US" dirty="0"/>
          </a:p>
        </p:txBody>
      </p:sp>
      <p:sp>
        <p:nvSpPr>
          <p:cNvPr id="3" name="Subtitle 2"/>
          <p:cNvSpPr>
            <a:spLocks noGrp="1"/>
          </p:cNvSpPr>
          <p:nvPr>
            <p:ph type="subTitle" idx="1"/>
          </p:nvPr>
        </p:nvSpPr>
        <p:spPr>
          <a:xfrm>
            <a:off x="392306" y="1871584"/>
            <a:ext cx="7420644" cy="442741"/>
          </a:xfrm>
        </p:spPr>
        <p:txBody>
          <a:bodyPr anchor="t">
            <a:normAutofit/>
          </a:bodyPr>
          <a:lstStyle>
            <a:lvl1pPr marL="0" indent="0" algn="l">
              <a:buNone/>
              <a:defRPr sz="1080" cap="all">
                <a:solidFill>
                  <a:schemeClr val="accent1"/>
                </a:solidFill>
              </a:defRPr>
            </a:lvl1pPr>
            <a:lvl2pPr marL="308610" indent="0" algn="ctr">
              <a:buNone/>
              <a:defRPr>
                <a:solidFill>
                  <a:schemeClr val="tx1">
                    <a:tint val="75000"/>
                  </a:schemeClr>
                </a:solidFill>
              </a:defRPr>
            </a:lvl2pPr>
            <a:lvl3pPr marL="617220" indent="0" algn="ctr">
              <a:buNone/>
              <a:defRPr>
                <a:solidFill>
                  <a:schemeClr val="tx1">
                    <a:tint val="75000"/>
                  </a:schemeClr>
                </a:solidFill>
              </a:defRPr>
            </a:lvl3pPr>
            <a:lvl4pPr marL="925830" indent="0" algn="ctr">
              <a:buNone/>
              <a:defRPr>
                <a:solidFill>
                  <a:schemeClr val="tx1">
                    <a:tint val="75000"/>
                  </a:schemeClr>
                </a:solidFill>
              </a:defRPr>
            </a:lvl4pPr>
            <a:lvl5pPr marL="1234440" indent="0" algn="ctr">
              <a:buNone/>
              <a:defRPr>
                <a:solidFill>
                  <a:schemeClr val="tx1">
                    <a:tint val="75000"/>
                  </a:schemeClr>
                </a:solidFill>
              </a:defRPr>
            </a:lvl5pPr>
            <a:lvl6pPr marL="1543050" indent="0" algn="ctr">
              <a:buNone/>
              <a:defRPr>
                <a:solidFill>
                  <a:schemeClr val="tx1">
                    <a:tint val="75000"/>
                  </a:schemeClr>
                </a:solidFill>
              </a:defRPr>
            </a:lvl6pPr>
            <a:lvl7pPr marL="1851660" indent="0" algn="ctr">
              <a:buNone/>
              <a:defRPr>
                <a:solidFill>
                  <a:schemeClr val="tx1">
                    <a:tint val="75000"/>
                  </a:schemeClr>
                </a:solidFill>
              </a:defRPr>
            </a:lvl7pPr>
            <a:lvl8pPr marL="2160270" indent="0" algn="ctr">
              <a:buNone/>
              <a:defRPr>
                <a:solidFill>
                  <a:schemeClr val="tx1">
                    <a:tint val="75000"/>
                  </a:schemeClr>
                </a:solidFill>
              </a:defRPr>
            </a:lvl8pPr>
            <a:lvl9pPr marL="2468880" indent="0" algn="ctr">
              <a:buNone/>
              <a:defRPr>
                <a:solidFill>
                  <a:schemeClr val="tx1">
                    <a:tint val="75000"/>
                  </a:schemeClr>
                </a:solidFill>
              </a:defRPr>
            </a:lvl9pPr>
          </a:lstStyle>
          <a:p>
            <a:r>
              <a:rPr lang="en-US" altLang="zh-CN"/>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C6B0FEA4-C6CA-4262-94C7-989766AA3A47}" type="datetime1">
              <a:rPr lang="en-US" smtClean="0"/>
              <a:t>9/22/2025</a:t>
            </a:fld>
            <a:endParaRPr lang="en-US"/>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94442483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26617"/>
            <a:ext cx="7444991" cy="891540"/>
          </a:xfrm>
        </p:spPr>
        <p:txBody>
          <a:bodyPr/>
          <a:lstStyle/>
          <a:p>
            <a:r>
              <a:rPr lang="en-US" altLang="zh-CN"/>
              <a:t>Click to edit Master title style</a:t>
            </a:r>
            <a:endParaRPr lang="en-US" dirty="0"/>
          </a:p>
        </p:txBody>
      </p:sp>
      <p:sp>
        <p:nvSpPr>
          <p:cNvPr id="3" name="Content Placeholder 2"/>
          <p:cNvSpPr>
            <a:spLocks noGrp="1"/>
          </p:cNvSpPr>
          <p:nvPr>
            <p:ph idx="1"/>
          </p:nvPr>
        </p:nvSpPr>
        <p:spPr>
          <a:xfrm>
            <a:off x="392305" y="1755648"/>
            <a:ext cx="7444990" cy="2725865"/>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6F65A5F7-BE7B-4360-B821-FCDB8E9197AC}" type="datetime1">
              <a:rPr lang="en-US" smtClean="0"/>
              <a:t>9/22/2025</a:t>
            </a:fld>
            <a:endParaRPr lang="en-US"/>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97858832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302276" y="3856481"/>
            <a:ext cx="7621331" cy="94412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392306" y="1795463"/>
            <a:ext cx="7444990" cy="1610600"/>
          </a:xfrm>
        </p:spPr>
        <p:txBody>
          <a:bodyPr anchor="b">
            <a:normAutofit/>
          </a:bodyPr>
          <a:lstStyle>
            <a:lvl1pPr algn="l">
              <a:defRPr sz="2430" b="0" cap="all">
                <a:solidFill>
                  <a:schemeClr val="tx1">
                    <a:lumMod val="75000"/>
                    <a:lumOff val="25000"/>
                  </a:schemeClr>
                </a:solidFill>
              </a:defRPr>
            </a:lvl1pPr>
          </a:lstStyle>
          <a:p>
            <a:r>
              <a:rPr lang="en-US" altLang="zh-CN"/>
              <a:t>Click to edit Master title style</a:t>
            </a:r>
            <a:endParaRPr lang="en-US" dirty="0"/>
          </a:p>
        </p:txBody>
      </p:sp>
      <p:sp>
        <p:nvSpPr>
          <p:cNvPr id="3" name="Text Placeholder 2"/>
          <p:cNvSpPr>
            <a:spLocks noGrp="1"/>
          </p:cNvSpPr>
          <p:nvPr>
            <p:ph type="body" idx="1"/>
          </p:nvPr>
        </p:nvSpPr>
        <p:spPr>
          <a:xfrm>
            <a:off x="392305" y="3406063"/>
            <a:ext cx="7444990" cy="450417"/>
          </a:xfrm>
        </p:spPr>
        <p:txBody>
          <a:bodyPr anchor="t">
            <a:normAutofit/>
          </a:bodyPr>
          <a:lstStyle>
            <a:lvl1pPr marL="0" indent="0" algn="l">
              <a:buNone/>
              <a:defRPr sz="1215" cap="all">
                <a:solidFill>
                  <a:schemeClr val="accent1"/>
                </a:solidFill>
              </a:defRPr>
            </a:lvl1pPr>
            <a:lvl2pPr marL="308610" indent="0">
              <a:buNone/>
              <a:defRPr sz="1215">
                <a:solidFill>
                  <a:schemeClr val="tx1">
                    <a:tint val="75000"/>
                  </a:schemeClr>
                </a:solidFill>
              </a:defRPr>
            </a:lvl2pPr>
            <a:lvl3pPr marL="617220" indent="0">
              <a:buNone/>
              <a:defRPr sz="1080">
                <a:solidFill>
                  <a:schemeClr val="tx1">
                    <a:tint val="75000"/>
                  </a:schemeClr>
                </a:solidFill>
              </a:defRPr>
            </a:lvl3pPr>
            <a:lvl4pPr marL="925830" indent="0">
              <a:buNone/>
              <a:defRPr sz="945">
                <a:solidFill>
                  <a:schemeClr val="tx1">
                    <a:tint val="75000"/>
                  </a:schemeClr>
                </a:solidFill>
              </a:defRPr>
            </a:lvl4pPr>
            <a:lvl5pPr marL="1234440" indent="0">
              <a:buNone/>
              <a:defRPr sz="945">
                <a:solidFill>
                  <a:schemeClr val="tx1">
                    <a:tint val="75000"/>
                  </a:schemeClr>
                </a:solidFill>
              </a:defRPr>
            </a:lvl5pPr>
            <a:lvl6pPr marL="1543050" indent="0">
              <a:buNone/>
              <a:defRPr sz="945">
                <a:solidFill>
                  <a:schemeClr val="tx1">
                    <a:tint val="75000"/>
                  </a:schemeClr>
                </a:solidFill>
              </a:defRPr>
            </a:lvl6pPr>
            <a:lvl7pPr marL="1851660" indent="0">
              <a:buNone/>
              <a:defRPr sz="945">
                <a:solidFill>
                  <a:schemeClr val="tx1">
                    <a:tint val="75000"/>
                  </a:schemeClr>
                </a:solidFill>
              </a:defRPr>
            </a:lvl7pPr>
            <a:lvl8pPr marL="2160270" indent="0">
              <a:buNone/>
              <a:defRPr sz="945">
                <a:solidFill>
                  <a:schemeClr val="tx1">
                    <a:tint val="75000"/>
                  </a:schemeClr>
                </a:solidFill>
              </a:defRPr>
            </a:lvl8pPr>
            <a:lvl9pPr marL="2468880" indent="0">
              <a:buNone/>
              <a:defRPr sz="945">
                <a:solidFill>
                  <a:schemeClr val="tx1">
                    <a:tint val="75000"/>
                  </a:schemeClr>
                </a:solidFill>
              </a:defRPr>
            </a:lvl9pPr>
          </a:lstStyle>
          <a:p>
            <a:pPr lvl="0"/>
            <a:r>
              <a:rPr lang="en-US" altLang="zh-CN"/>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6145D492-0F60-495A-BAAC-3C877C1D64A2}" type="datetime1">
              <a:rPr lang="en-US" smtClean="0"/>
              <a:t>9/22/2025</a:t>
            </a:fld>
            <a:endParaRPr lang="en-US"/>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000343047"/>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47244"/>
            <a:ext cx="7444991" cy="741249"/>
          </a:xfrm>
        </p:spPr>
        <p:txBody>
          <a:bodyPr/>
          <a:lstStyle/>
          <a:p>
            <a:r>
              <a:rPr lang="en-US" altLang="zh-CN"/>
              <a:t>Click to edit Master title style</a:t>
            </a:r>
            <a:endParaRPr lang="en-US" dirty="0"/>
          </a:p>
        </p:txBody>
      </p:sp>
      <p:sp>
        <p:nvSpPr>
          <p:cNvPr id="3" name="Content Placeholder 2"/>
          <p:cNvSpPr>
            <a:spLocks noGrp="1"/>
          </p:cNvSpPr>
          <p:nvPr>
            <p:ph sz="half" idx="1"/>
          </p:nvPr>
        </p:nvSpPr>
        <p:spPr>
          <a:xfrm>
            <a:off x="392305" y="1671003"/>
            <a:ext cx="3506468" cy="2724785"/>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4330827" y="1671003"/>
            <a:ext cx="3506469" cy="2724785"/>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Date Placeholder 4"/>
          <p:cNvSpPr>
            <a:spLocks noGrp="1"/>
          </p:cNvSpPr>
          <p:nvPr>
            <p:ph type="dt" sz="half" idx="10"/>
          </p:nvPr>
        </p:nvSpPr>
        <p:spPr/>
        <p:txBody>
          <a:bodyPr/>
          <a:lstStyle/>
          <a:p>
            <a:fld id="{4A322FED-C97B-4E3C-B05B-1278829CCA0F}" type="datetime1">
              <a:rPr lang="en-US" smtClean="0"/>
              <a:t>9/22/2025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184560103"/>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392305" y="547244"/>
            <a:ext cx="7444991" cy="741249"/>
          </a:xfrm>
        </p:spPr>
        <p:txBody>
          <a:bodyPr/>
          <a:lstStyle/>
          <a:p>
            <a:r>
              <a:rPr lang="en-US" altLang="zh-CN"/>
              <a:t>Click to edit Master title style</a:t>
            </a:r>
            <a:endParaRPr lang="en-US" dirty="0"/>
          </a:p>
        </p:txBody>
      </p:sp>
      <p:sp>
        <p:nvSpPr>
          <p:cNvPr id="3" name="Text Placeholder 2"/>
          <p:cNvSpPr>
            <a:spLocks noGrp="1"/>
          </p:cNvSpPr>
          <p:nvPr>
            <p:ph type="body" idx="1"/>
          </p:nvPr>
        </p:nvSpPr>
        <p:spPr>
          <a:xfrm>
            <a:off x="392304" y="1688168"/>
            <a:ext cx="3506469" cy="418338"/>
          </a:xfrm>
        </p:spPr>
        <p:txBody>
          <a:bodyPr anchor="ctr">
            <a:noAutofit/>
          </a:bodyPr>
          <a:lstStyle>
            <a:lvl1pPr marL="0" indent="0">
              <a:buNone/>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lvl="0"/>
            <a:r>
              <a:rPr lang="en-US" altLang="zh-CN"/>
              <a:t>Click to edit Master text styles</a:t>
            </a:r>
          </a:p>
        </p:txBody>
      </p:sp>
      <p:sp>
        <p:nvSpPr>
          <p:cNvPr id="4" name="Content Placeholder 3"/>
          <p:cNvSpPr>
            <a:spLocks noGrp="1"/>
          </p:cNvSpPr>
          <p:nvPr>
            <p:ph sz="half" idx="2"/>
          </p:nvPr>
        </p:nvSpPr>
        <p:spPr>
          <a:xfrm>
            <a:off x="392306" y="2194540"/>
            <a:ext cx="3506467" cy="2201249"/>
          </a:xfrm>
        </p:spPr>
        <p:txBody>
          <a:bodyPr anchor="t">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Text Placeholder 4"/>
          <p:cNvSpPr>
            <a:spLocks noGrp="1"/>
          </p:cNvSpPr>
          <p:nvPr>
            <p:ph type="body" sz="quarter" idx="3"/>
          </p:nvPr>
        </p:nvSpPr>
        <p:spPr>
          <a:xfrm>
            <a:off x="4330826" y="1688169"/>
            <a:ext cx="3506470" cy="415030"/>
          </a:xfrm>
        </p:spPr>
        <p:txBody>
          <a:bodyPr anchor="ctr">
            <a:noAutofit/>
          </a:bodyPr>
          <a:lstStyle>
            <a:lvl1pPr marL="0" marR="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marL="0" marR="0" lvl="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a:pPr>
            <a:r>
              <a:rPr lang="en-US" altLang="zh-CN"/>
              <a:t>Click to edit Master text styles</a:t>
            </a:r>
          </a:p>
        </p:txBody>
      </p:sp>
      <p:sp>
        <p:nvSpPr>
          <p:cNvPr id="6" name="Content Placeholder 5"/>
          <p:cNvSpPr>
            <a:spLocks noGrp="1"/>
          </p:cNvSpPr>
          <p:nvPr>
            <p:ph sz="quarter" idx="4"/>
          </p:nvPr>
        </p:nvSpPr>
        <p:spPr>
          <a:xfrm>
            <a:off x="4330826" y="2194540"/>
            <a:ext cx="3506470" cy="2201249"/>
          </a:xfrm>
        </p:spPr>
        <p:txBody>
          <a:bodyPr anchor="t">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7" name="Date Placeholder 6"/>
          <p:cNvSpPr>
            <a:spLocks noGrp="1"/>
          </p:cNvSpPr>
          <p:nvPr>
            <p:ph type="dt" sz="half" idx="10"/>
          </p:nvPr>
        </p:nvSpPr>
        <p:spPr/>
        <p:txBody>
          <a:bodyPr/>
          <a:lstStyle/>
          <a:p>
            <a:fld id="{1BBF91E7-DD27-45EE-9FAC-A58839C2E3FB}" type="datetime1">
              <a:rPr lang="en-US" smtClean="0"/>
              <a:t>9/22/2025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40772169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388728" y="547244"/>
            <a:ext cx="7444991" cy="741249"/>
          </a:xfrm>
        </p:spPr>
        <p:txBody>
          <a:bodyPr/>
          <a:lstStyle/>
          <a:p>
            <a:r>
              <a:rPr lang="en-US" altLang="zh-CN"/>
              <a:t>Click to edit Master title style</a:t>
            </a:r>
            <a:endParaRPr lang="en-US" dirty="0"/>
          </a:p>
        </p:txBody>
      </p:sp>
      <p:sp>
        <p:nvSpPr>
          <p:cNvPr id="3" name="Date Placeholder 2"/>
          <p:cNvSpPr>
            <a:spLocks noGrp="1"/>
          </p:cNvSpPr>
          <p:nvPr>
            <p:ph type="dt" sz="half" idx="10"/>
          </p:nvPr>
        </p:nvSpPr>
        <p:spPr/>
        <p:txBody>
          <a:bodyPr/>
          <a:lstStyle/>
          <a:p>
            <a:fld id="{470DB943-D34E-498D-BB5B-1BC0D01A4C3C}" type="datetime1">
              <a:rPr lang="en-US" smtClean="0"/>
              <a:t>9/22/2025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440709910"/>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EF88AC7-A362-47DE-B037-3A7E785BA73D}" type="datetime1">
              <a:rPr lang="en-US" smtClean="0"/>
              <a:t>9/22/2025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4293740501"/>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302277" y="450901"/>
            <a:ext cx="2485838" cy="436160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18304" y="700088"/>
            <a:ext cx="2046500" cy="1291814"/>
          </a:xfrm>
        </p:spPr>
        <p:txBody>
          <a:bodyPr anchor="b">
            <a:normAutofit/>
          </a:bodyPr>
          <a:lstStyle>
            <a:lvl1pPr algn="l">
              <a:defRPr sz="1620" b="0">
                <a:solidFill>
                  <a:srgbClr val="FFFFFF"/>
                </a:solidFill>
              </a:defRPr>
            </a:lvl1pPr>
          </a:lstStyle>
          <a:p>
            <a:r>
              <a:rPr lang="en-US" altLang="zh-CN"/>
              <a:t>Click to edit Master title style</a:t>
            </a:r>
            <a:endParaRPr lang="en-US" dirty="0"/>
          </a:p>
        </p:txBody>
      </p:sp>
      <p:sp>
        <p:nvSpPr>
          <p:cNvPr id="3" name="Content Placeholder 2"/>
          <p:cNvSpPr>
            <a:spLocks noGrp="1"/>
          </p:cNvSpPr>
          <p:nvPr>
            <p:ph idx="1"/>
          </p:nvPr>
        </p:nvSpPr>
        <p:spPr>
          <a:xfrm>
            <a:off x="3308127" y="884872"/>
            <a:ext cx="4489419" cy="3493662"/>
          </a:xfrm>
        </p:spPr>
        <p:txBody>
          <a:bodyPr anchor="ctr">
            <a:normAutofit/>
          </a:bodyPr>
          <a:lstStyle>
            <a:lvl1pPr>
              <a:defRPr sz="1350">
                <a:solidFill>
                  <a:schemeClr val="tx2"/>
                </a:solidFill>
              </a:defRPr>
            </a:lvl1pPr>
            <a:lvl2pPr>
              <a:defRPr sz="1215">
                <a:solidFill>
                  <a:schemeClr val="tx2"/>
                </a:solidFill>
              </a:defRPr>
            </a:lvl2pPr>
            <a:lvl3pPr>
              <a:defRPr sz="1080">
                <a:solidFill>
                  <a:schemeClr val="tx2"/>
                </a:solidFill>
              </a:defRPr>
            </a:lvl3pPr>
            <a:lvl4pPr>
              <a:defRPr sz="945">
                <a:solidFill>
                  <a:schemeClr val="tx2"/>
                </a:solidFill>
              </a:defRPr>
            </a:lvl4pPr>
            <a:lvl5pPr>
              <a:defRPr sz="945">
                <a:solidFill>
                  <a:schemeClr val="tx2"/>
                </a:solidFill>
              </a:defRPr>
            </a:lvl5pPr>
            <a:lvl6pPr>
              <a:defRPr sz="945">
                <a:solidFill>
                  <a:schemeClr val="tx2"/>
                </a:solidFill>
              </a:defRPr>
            </a:lvl6pPr>
            <a:lvl7pPr>
              <a:defRPr sz="945">
                <a:solidFill>
                  <a:schemeClr val="tx2"/>
                </a:solidFill>
              </a:defRPr>
            </a:lvl7pPr>
            <a:lvl8pPr>
              <a:defRPr sz="945">
                <a:solidFill>
                  <a:schemeClr val="tx2"/>
                </a:solidFill>
              </a:defRPr>
            </a:lvl8pPr>
            <a:lvl9pPr>
              <a:defRPr sz="945">
                <a:solidFill>
                  <a:schemeClr val="tx2"/>
                </a:solidFill>
              </a:defRPr>
            </a:lvl9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Text Placeholder 3"/>
          <p:cNvSpPr>
            <a:spLocks noGrp="1"/>
          </p:cNvSpPr>
          <p:nvPr>
            <p:ph type="body" sz="half" idx="2"/>
          </p:nvPr>
        </p:nvSpPr>
        <p:spPr>
          <a:xfrm>
            <a:off x="518304" y="2127491"/>
            <a:ext cx="2046500" cy="2251044"/>
          </a:xfrm>
        </p:spPr>
        <p:txBody>
          <a:bodyPr anchor="t">
            <a:normAutofit/>
          </a:bodyPr>
          <a:lstStyle>
            <a:lvl1pPr marL="0" indent="0" algn="l">
              <a:buNone/>
              <a:defRPr sz="1080">
                <a:solidFill>
                  <a:srgbClr val="FFFFFF"/>
                </a:solidFill>
              </a:defRPr>
            </a:lvl1pPr>
            <a:lvl2pPr marL="308610" indent="0">
              <a:buNone/>
              <a:defRPr sz="743"/>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ltLang="zh-CN"/>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5134017" y="4842687"/>
            <a:ext cx="1920239" cy="273844"/>
          </a:xfrm>
        </p:spPr>
        <p:txBody>
          <a:bodyPr/>
          <a:lstStyle/>
          <a:p>
            <a:fld id="{1E09BAED-B7FC-4220-8037-60663F890984}" type="datetime1">
              <a:rPr lang="en-US" smtClean="0"/>
              <a:t>9/22/2025</a:t>
            </a:fld>
            <a:endParaRPr lang="en-US"/>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392304" y="4839443"/>
            <a:ext cx="4669117" cy="273844"/>
          </a:xfrm>
        </p:spPr>
        <p:txBody>
          <a:bodyPr/>
          <a:lstStyle/>
          <a:p>
            <a:endParaRPr lang="en-US"/>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7126853" y="4842687"/>
            <a:ext cx="710444" cy="273844"/>
          </a:xfrm>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335579930"/>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92305" y="3520042"/>
            <a:ext cx="7444991" cy="425054"/>
          </a:xfrm>
        </p:spPr>
        <p:txBody>
          <a:bodyPr anchor="b">
            <a:normAutofit/>
          </a:bodyPr>
          <a:lstStyle>
            <a:lvl1pPr algn="l">
              <a:defRPr sz="1620" b="0">
                <a:solidFill>
                  <a:schemeClr val="tx1">
                    <a:lumMod val="75000"/>
                    <a:lumOff val="25000"/>
                  </a:schemeClr>
                </a:solidFill>
              </a:defRPr>
            </a:lvl1pPr>
          </a:lstStyle>
          <a:p>
            <a:r>
              <a:rPr lang="en-US" altLang="zh-CN"/>
              <a:t>Click to edit Master title style</a:t>
            </a:r>
            <a:endParaRPr lang="en-US" dirty="0"/>
          </a:p>
        </p:txBody>
      </p:sp>
      <p:sp>
        <p:nvSpPr>
          <p:cNvPr id="3" name="Picture Placeholder 2"/>
          <p:cNvSpPr>
            <a:spLocks noGrp="1" noChangeAspect="1"/>
          </p:cNvSpPr>
          <p:nvPr>
            <p:ph type="pic" idx="1"/>
          </p:nvPr>
        </p:nvSpPr>
        <p:spPr>
          <a:xfrm>
            <a:off x="302277" y="481013"/>
            <a:ext cx="7621330" cy="2738437"/>
          </a:xfrm>
        </p:spPr>
        <p:txBody>
          <a:bodyPr anchor="t">
            <a:normAutofit/>
          </a:bodyPr>
          <a:lstStyle>
            <a:lvl1pPr marL="0" indent="0" algn="ctr">
              <a:buNone/>
              <a:defRPr sz="1080"/>
            </a:lvl1pPr>
            <a:lvl2pPr marL="308610" indent="0">
              <a:buNone/>
              <a:defRPr sz="1080"/>
            </a:lvl2pPr>
            <a:lvl3pPr marL="617220" indent="0">
              <a:buNone/>
              <a:defRPr sz="1080"/>
            </a:lvl3pPr>
            <a:lvl4pPr marL="925830" indent="0">
              <a:buNone/>
              <a:defRPr sz="1080"/>
            </a:lvl4pPr>
            <a:lvl5pPr marL="1234440" indent="0">
              <a:buNone/>
              <a:defRPr sz="1080"/>
            </a:lvl5pPr>
            <a:lvl6pPr marL="1543050" indent="0">
              <a:buNone/>
              <a:defRPr sz="1080"/>
            </a:lvl6pPr>
            <a:lvl7pPr marL="1851660" indent="0">
              <a:buNone/>
              <a:defRPr sz="1080"/>
            </a:lvl7pPr>
            <a:lvl8pPr marL="2160270" indent="0">
              <a:buNone/>
              <a:defRPr sz="1080"/>
            </a:lvl8pPr>
            <a:lvl9pPr marL="2468880" indent="0">
              <a:buNone/>
              <a:defRPr sz="1080"/>
            </a:lvl9pPr>
          </a:lstStyle>
          <a:p>
            <a:r>
              <a:rPr lang="en-US" altLang="zh-CN"/>
              <a:t>Click icon to add picture</a:t>
            </a:r>
            <a:endParaRPr lang="en-US" dirty="0"/>
          </a:p>
        </p:txBody>
      </p:sp>
      <p:sp>
        <p:nvSpPr>
          <p:cNvPr id="4" name="Text Placeholder 3"/>
          <p:cNvSpPr>
            <a:spLocks noGrp="1"/>
          </p:cNvSpPr>
          <p:nvPr>
            <p:ph type="body" sz="half" idx="2"/>
          </p:nvPr>
        </p:nvSpPr>
        <p:spPr>
          <a:xfrm>
            <a:off x="392305" y="3945095"/>
            <a:ext cx="7444991" cy="748611"/>
          </a:xfrm>
        </p:spPr>
        <p:txBody>
          <a:bodyPr anchor="t">
            <a:normAutofit/>
          </a:bodyPr>
          <a:lstStyle>
            <a:lvl1pPr marL="0" indent="0">
              <a:buNone/>
              <a:defRPr sz="1080"/>
            </a:lvl1pPr>
            <a:lvl2pPr marL="308610" indent="0">
              <a:buNone/>
              <a:defRPr sz="810"/>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BB3C0B96-D43B-410F-A514-3967CACDF6C4}" type="datetime1">
              <a:rPr lang="en-US" smtClean="0"/>
              <a:t>9/22/2025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259143882"/>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392305" y="526617"/>
            <a:ext cx="7444991" cy="760350"/>
          </a:xfrm>
        </p:spPr>
        <p:txBody>
          <a:bodyPr/>
          <a:lstStyle/>
          <a:p>
            <a:r>
              <a:rPr lang="en-US" altLang="zh-CN"/>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C63DFB46-027F-4778-8182-714012A6E051}" type="datetime1">
              <a:rPr lang="en-US" smtClean="0"/>
              <a:t>9/22/2025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654510460"/>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5439252" y="449794"/>
            <a:ext cx="2488938" cy="436271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5537835" y="647700"/>
            <a:ext cx="2108835" cy="3605495"/>
          </a:xfrm>
        </p:spPr>
        <p:txBody>
          <a:bodyPr vert="eaVert" anchor="ctr"/>
          <a:lstStyle>
            <a:lvl1pPr>
              <a:defRPr>
                <a:solidFill>
                  <a:srgbClr val="FFFFFF"/>
                </a:solidFill>
              </a:defRPr>
            </a:lvl1pPr>
          </a:lstStyle>
          <a:p>
            <a:r>
              <a:rPr lang="en-US" altLang="zh-CN"/>
              <a:t>Click to edit Master title style</a:t>
            </a:r>
            <a:endParaRPr lang="en-US" dirty="0"/>
          </a:p>
        </p:txBody>
      </p:sp>
      <p:sp>
        <p:nvSpPr>
          <p:cNvPr id="3" name="Vertical Text Placeholder 2"/>
          <p:cNvSpPr>
            <a:spLocks noGrp="1"/>
          </p:cNvSpPr>
          <p:nvPr>
            <p:ph type="body" orient="vert" idx="1"/>
          </p:nvPr>
        </p:nvSpPr>
        <p:spPr>
          <a:xfrm>
            <a:off x="523073" y="647700"/>
            <a:ext cx="4834097" cy="3605495"/>
          </a:xfrm>
        </p:spPr>
        <p:txBody>
          <a:bodyPr vert="eaVert" ancho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301410" y="342900"/>
            <a:ext cx="2499741" cy="71248"/>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5428449" y="340232"/>
            <a:ext cx="2499741" cy="7391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770FD05A-9631-4BEE-9AA4-5575ADA850E9}" type="datetime1">
              <a:rPr lang="en-US" smtClean="0"/>
              <a:t>9/22/2025</a:t>
            </a:fld>
            <a:endParaRPr lang="en-US"/>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127DDC20-79C9-9647-820E-6D40A3D210C3}" type="slidenum">
              <a:rPr lang="en-US" smtClean="0"/>
              <a:pPr/>
              <a:t>‹#›</a:t>
            </a:fld>
            <a:endParaRPr lang="en-US"/>
          </a:p>
        </p:txBody>
      </p:sp>
    </p:spTree>
    <p:extLst>
      <p:ext uri="{BB962C8B-B14F-4D97-AF65-F5344CB8AC3E}">
        <p14:creationId xmlns:p14="http://schemas.microsoft.com/office/powerpoint/2010/main" val="17324923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01411" y="2314323"/>
            <a:ext cx="7626779" cy="250361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392304" y="765324"/>
            <a:ext cx="7420646" cy="1106260"/>
          </a:xfrm>
          <a:effectLst/>
        </p:spPr>
        <p:txBody>
          <a:bodyPr anchor="b">
            <a:normAutofit/>
          </a:bodyPr>
          <a:lstStyle>
            <a:lvl1pPr>
              <a:defRPr sz="2430">
                <a:solidFill>
                  <a:schemeClr val="tx1">
                    <a:lumMod val="75000"/>
                    <a:lumOff val="25000"/>
                  </a:schemeClr>
                </a:solidFill>
              </a:defRPr>
            </a:lvl1pPr>
          </a:lstStyle>
          <a:p>
            <a:r>
              <a:rPr lang="en-US" altLang="zh-CN"/>
              <a:t>Click to edit Master title style</a:t>
            </a:r>
            <a:endParaRPr lang="en-US" dirty="0"/>
          </a:p>
        </p:txBody>
      </p:sp>
      <p:sp>
        <p:nvSpPr>
          <p:cNvPr id="3" name="Subtitle 2"/>
          <p:cNvSpPr>
            <a:spLocks noGrp="1"/>
          </p:cNvSpPr>
          <p:nvPr>
            <p:ph type="subTitle" idx="1"/>
          </p:nvPr>
        </p:nvSpPr>
        <p:spPr>
          <a:xfrm>
            <a:off x="392306" y="1871584"/>
            <a:ext cx="7420644" cy="442741"/>
          </a:xfrm>
        </p:spPr>
        <p:txBody>
          <a:bodyPr anchor="t">
            <a:normAutofit/>
          </a:bodyPr>
          <a:lstStyle>
            <a:lvl1pPr marL="0" indent="0" algn="l">
              <a:buNone/>
              <a:defRPr sz="1080" cap="all">
                <a:solidFill>
                  <a:schemeClr val="accent1"/>
                </a:solidFill>
              </a:defRPr>
            </a:lvl1pPr>
            <a:lvl2pPr marL="308610" indent="0" algn="ctr">
              <a:buNone/>
              <a:defRPr>
                <a:solidFill>
                  <a:schemeClr val="tx1">
                    <a:tint val="75000"/>
                  </a:schemeClr>
                </a:solidFill>
              </a:defRPr>
            </a:lvl2pPr>
            <a:lvl3pPr marL="617220" indent="0" algn="ctr">
              <a:buNone/>
              <a:defRPr>
                <a:solidFill>
                  <a:schemeClr val="tx1">
                    <a:tint val="75000"/>
                  </a:schemeClr>
                </a:solidFill>
              </a:defRPr>
            </a:lvl3pPr>
            <a:lvl4pPr marL="925830" indent="0" algn="ctr">
              <a:buNone/>
              <a:defRPr>
                <a:solidFill>
                  <a:schemeClr val="tx1">
                    <a:tint val="75000"/>
                  </a:schemeClr>
                </a:solidFill>
              </a:defRPr>
            </a:lvl4pPr>
            <a:lvl5pPr marL="1234440" indent="0" algn="ctr">
              <a:buNone/>
              <a:defRPr>
                <a:solidFill>
                  <a:schemeClr val="tx1">
                    <a:tint val="75000"/>
                  </a:schemeClr>
                </a:solidFill>
              </a:defRPr>
            </a:lvl5pPr>
            <a:lvl6pPr marL="1543050" indent="0" algn="ctr">
              <a:buNone/>
              <a:defRPr>
                <a:solidFill>
                  <a:schemeClr val="tx1">
                    <a:tint val="75000"/>
                  </a:schemeClr>
                </a:solidFill>
              </a:defRPr>
            </a:lvl6pPr>
            <a:lvl7pPr marL="1851660" indent="0" algn="ctr">
              <a:buNone/>
              <a:defRPr>
                <a:solidFill>
                  <a:schemeClr val="tx1">
                    <a:tint val="75000"/>
                  </a:schemeClr>
                </a:solidFill>
              </a:defRPr>
            </a:lvl7pPr>
            <a:lvl8pPr marL="2160270" indent="0" algn="ctr">
              <a:buNone/>
              <a:defRPr>
                <a:solidFill>
                  <a:schemeClr val="tx1">
                    <a:tint val="75000"/>
                  </a:schemeClr>
                </a:solidFill>
              </a:defRPr>
            </a:lvl8pPr>
            <a:lvl9pPr marL="2468880" indent="0" algn="ctr">
              <a:buNone/>
              <a:defRPr>
                <a:solidFill>
                  <a:schemeClr val="tx1">
                    <a:tint val="75000"/>
                  </a:schemeClr>
                </a:solidFill>
              </a:defRPr>
            </a:lvl9pPr>
          </a:lstStyle>
          <a:p>
            <a:r>
              <a:rPr lang="en-US" altLang="zh-CN"/>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ED291B17-9318-49DB-B28B-6E5994AE9581}" type="datetime1">
              <a:rPr lang="en-US" smtClean="0"/>
              <a:t>9/22/2025</a:t>
            </a:fld>
            <a:endParaRPr lang="en-US" dirty="0"/>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89777484"/>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26617"/>
            <a:ext cx="7444991" cy="891540"/>
          </a:xfrm>
        </p:spPr>
        <p:txBody>
          <a:bodyPr/>
          <a:lstStyle/>
          <a:p>
            <a:r>
              <a:rPr lang="en-US" altLang="zh-CN"/>
              <a:t>Click to edit Master title style</a:t>
            </a:r>
            <a:endParaRPr lang="en-US" dirty="0"/>
          </a:p>
        </p:txBody>
      </p:sp>
      <p:sp>
        <p:nvSpPr>
          <p:cNvPr id="3" name="Content Placeholder 2"/>
          <p:cNvSpPr>
            <a:spLocks noGrp="1"/>
          </p:cNvSpPr>
          <p:nvPr>
            <p:ph idx="1"/>
          </p:nvPr>
        </p:nvSpPr>
        <p:spPr>
          <a:xfrm>
            <a:off x="392305" y="1755648"/>
            <a:ext cx="7444990" cy="2725865"/>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78DD82B9-B8EE-4375-B6FF-88FA6ABB15D9}" type="datetime1">
              <a:rPr lang="en-US" smtClean="0"/>
              <a:t>9/22/2025</a:t>
            </a:fld>
            <a:endParaRPr lang="en-US" dirty="0"/>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319167509"/>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302276" y="3856481"/>
            <a:ext cx="7621331" cy="94412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392306" y="1795463"/>
            <a:ext cx="7444990" cy="1610600"/>
          </a:xfrm>
        </p:spPr>
        <p:txBody>
          <a:bodyPr anchor="b">
            <a:normAutofit/>
          </a:bodyPr>
          <a:lstStyle>
            <a:lvl1pPr algn="l">
              <a:defRPr sz="2430" b="0" cap="all">
                <a:solidFill>
                  <a:schemeClr val="tx1">
                    <a:lumMod val="75000"/>
                    <a:lumOff val="25000"/>
                  </a:schemeClr>
                </a:solidFill>
              </a:defRPr>
            </a:lvl1pPr>
          </a:lstStyle>
          <a:p>
            <a:r>
              <a:rPr lang="en-US" altLang="zh-CN"/>
              <a:t>Click to edit Master title style</a:t>
            </a:r>
            <a:endParaRPr lang="en-US" dirty="0"/>
          </a:p>
        </p:txBody>
      </p:sp>
      <p:sp>
        <p:nvSpPr>
          <p:cNvPr id="3" name="Text Placeholder 2"/>
          <p:cNvSpPr>
            <a:spLocks noGrp="1"/>
          </p:cNvSpPr>
          <p:nvPr>
            <p:ph type="body" idx="1"/>
          </p:nvPr>
        </p:nvSpPr>
        <p:spPr>
          <a:xfrm>
            <a:off x="392305" y="3406063"/>
            <a:ext cx="7444990" cy="450417"/>
          </a:xfrm>
        </p:spPr>
        <p:txBody>
          <a:bodyPr anchor="t">
            <a:normAutofit/>
          </a:bodyPr>
          <a:lstStyle>
            <a:lvl1pPr marL="0" indent="0" algn="l">
              <a:buNone/>
              <a:defRPr sz="1215" cap="all">
                <a:solidFill>
                  <a:schemeClr val="accent1"/>
                </a:solidFill>
              </a:defRPr>
            </a:lvl1pPr>
            <a:lvl2pPr marL="308610" indent="0">
              <a:buNone/>
              <a:defRPr sz="1215">
                <a:solidFill>
                  <a:schemeClr val="tx1">
                    <a:tint val="75000"/>
                  </a:schemeClr>
                </a:solidFill>
              </a:defRPr>
            </a:lvl2pPr>
            <a:lvl3pPr marL="617220" indent="0">
              <a:buNone/>
              <a:defRPr sz="1080">
                <a:solidFill>
                  <a:schemeClr val="tx1">
                    <a:tint val="75000"/>
                  </a:schemeClr>
                </a:solidFill>
              </a:defRPr>
            </a:lvl3pPr>
            <a:lvl4pPr marL="925830" indent="0">
              <a:buNone/>
              <a:defRPr sz="945">
                <a:solidFill>
                  <a:schemeClr val="tx1">
                    <a:tint val="75000"/>
                  </a:schemeClr>
                </a:solidFill>
              </a:defRPr>
            </a:lvl4pPr>
            <a:lvl5pPr marL="1234440" indent="0">
              <a:buNone/>
              <a:defRPr sz="945">
                <a:solidFill>
                  <a:schemeClr val="tx1">
                    <a:tint val="75000"/>
                  </a:schemeClr>
                </a:solidFill>
              </a:defRPr>
            </a:lvl5pPr>
            <a:lvl6pPr marL="1543050" indent="0">
              <a:buNone/>
              <a:defRPr sz="945">
                <a:solidFill>
                  <a:schemeClr val="tx1">
                    <a:tint val="75000"/>
                  </a:schemeClr>
                </a:solidFill>
              </a:defRPr>
            </a:lvl6pPr>
            <a:lvl7pPr marL="1851660" indent="0">
              <a:buNone/>
              <a:defRPr sz="945">
                <a:solidFill>
                  <a:schemeClr val="tx1">
                    <a:tint val="75000"/>
                  </a:schemeClr>
                </a:solidFill>
              </a:defRPr>
            </a:lvl7pPr>
            <a:lvl8pPr marL="2160270" indent="0">
              <a:buNone/>
              <a:defRPr sz="945">
                <a:solidFill>
                  <a:schemeClr val="tx1">
                    <a:tint val="75000"/>
                  </a:schemeClr>
                </a:solidFill>
              </a:defRPr>
            </a:lvl8pPr>
            <a:lvl9pPr marL="2468880" indent="0">
              <a:buNone/>
              <a:defRPr sz="945">
                <a:solidFill>
                  <a:schemeClr val="tx1">
                    <a:tint val="75000"/>
                  </a:schemeClr>
                </a:solidFill>
              </a:defRPr>
            </a:lvl9pPr>
          </a:lstStyle>
          <a:p>
            <a:pPr lvl="0"/>
            <a:r>
              <a:rPr lang="en-US" altLang="zh-CN"/>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B2497495-0637-405E-AE64-5CC7506D51F5}" type="datetime1">
              <a:rPr lang="en-US" smtClean="0"/>
              <a:t>9/22/2025</a:t>
            </a:fld>
            <a:endParaRPr lang="en-US" dirty="0"/>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785163355"/>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47244"/>
            <a:ext cx="7444991" cy="741249"/>
          </a:xfrm>
        </p:spPr>
        <p:txBody>
          <a:bodyPr/>
          <a:lstStyle/>
          <a:p>
            <a:r>
              <a:rPr lang="en-US" altLang="zh-CN"/>
              <a:t>Click to edit Master title style</a:t>
            </a:r>
            <a:endParaRPr lang="en-US" dirty="0"/>
          </a:p>
        </p:txBody>
      </p:sp>
      <p:sp>
        <p:nvSpPr>
          <p:cNvPr id="3" name="Content Placeholder 2"/>
          <p:cNvSpPr>
            <a:spLocks noGrp="1"/>
          </p:cNvSpPr>
          <p:nvPr>
            <p:ph sz="half" idx="1"/>
          </p:nvPr>
        </p:nvSpPr>
        <p:spPr>
          <a:xfrm>
            <a:off x="392305" y="1671003"/>
            <a:ext cx="3506468" cy="2724785"/>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4330827" y="1671003"/>
            <a:ext cx="3506469" cy="2724785"/>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Date Placeholder 4"/>
          <p:cNvSpPr>
            <a:spLocks noGrp="1"/>
          </p:cNvSpPr>
          <p:nvPr>
            <p:ph type="dt" sz="half" idx="10"/>
          </p:nvPr>
        </p:nvSpPr>
        <p:spPr/>
        <p:txBody>
          <a:bodyPr/>
          <a:lstStyle/>
          <a:p>
            <a:fld id="{7BFFD690-9426-415D-8B65-26881E07B2D4}" type="datetime1">
              <a:rPr lang="en-US" smtClean="0"/>
              <a:t>9/22/2025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474759703"/>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392305" y="547244"/>
            <a:ext cx="7444991" cy="741249"/>
          </a:xfrm>
        </p:spPr>
        <p:txBody>
          <a:bodyPr/>
          <a:lstStyle/>
          <a:p>
            <a:r>
              <a:rPr lang="en-US" altLang="zh-CN"/>
              <a:t>Click to edit Master title style</a:t>
            </a:r>
            <a:endParaRPr lang="en-US" dirty="0"/>
          </a:p>
        </p:txBody>
      </p:sp>
      <p:sp>
        <p:nvSpPr>
          <p:cNvPr id="3" name="Text Placeholder 2"/>
          <p:cNvSpPr>
            <a:spLocks noGrp="1"/>
          </p:cNvSpPr>
          <p:nvPr>
            <p:ph type="body" idx="1"/>
          </p:nvPr>
        </p:nvSpPr>
        <p:spPr>
          <a:xfrm>
            <a:off x="392304" y="1688168"/>
            <a:ext cx="3506469" cy="418338"/>
          </a:xfrm>
        </p:spPr>
        <p:txBody>
          <a:bodyPr anchor="ctr">
            <a:noAutofit/>
          </a:bodyPr>
          <a:lstStyle>
            <a:lvl1pPr marL="0" indent="0">
              <a:buNone/>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lvl="0"/>
            <a:r>
              <a:rPr lang="en-US" altLang="zh-CN"/>
              <a:t>Click to edit Master text styles</a:t>
            </a:r>
          </a:p>
        </p:txBody>
      </p:sp>
      <p:sp>
        <p:nvSpPr>
          <p:cNvPr id="4" name="Content Placeholder 3"/>
          <p:cNvSpPr>
            <a:spLocks noGrp="1"/>
          </p:cNvSpPr>
          <p:nvPr>
            <p:ph sz="half" idx="2"/>
          </p:nvPr>
        </p:nvSpPr>
        <p:spPr>
          <a:xfrm>
            <a:off x="392306" y="2194540"/>
            <a:ext cx="3506467" cy="2201249"/>
          </a:xfrm>
        </p:spPr>
        <p:txBody>
          <a:bodyPr anchor="t">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Text Placeholder 4"/>
          <p:cNvSpPr>
            <a:spLocks noGrp="1"/>
          </p:cNvSpPr>
          <p:nvPr>
            <p:ph type="body" sz="quarter" idx="3"/>
          </p:nvPr>
        </p:nvSpPr>
        <p:spPr>
          <a:xfrm>
            <a:off x="4330826" y="1688169"/>
            <a:ext cx="3506470" cy="415030"/>
          </a:xfrm>
        </p:spPr>
        <p:txBody>
          <a:bodyPr anchor="ctr">
            <a:noAutofit/>
          </a:bodyPr>
          <a:lstStyle>
            <a:lvl1pPr marL="0" marR="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marL="0" marR="0" lvl="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a:pPr>
            <a:r>
              <a:rPr lang="en-US" altLang="zh-CN"/>
              <a:t>Click to edit Master text styles</a:t>
            </a:r>
          </a:p>
        </p:txBody>
      </p:sp>
      <p:sp>
        <p:nvSpPr>
          <p:cNvPr id="6" name="Content Placeholder 5"/>
          <p:cNvSpPr>
            <a:spLocks noGrp="1"/>
          </p:cNvSpPr>
          <p:nvPr>
            <p:ph sz="quarter" idx="4"/>
          </p:nvPr>
        </p:nvSpPr>
        <p:spPr>
          <a:xfrm>
            <a:off x="4330826" y="2194540"/>
            <a:ext cx="3506470" cy="2201249"/>
          </a:xfrm>
        </p:spPr>
        <p:txBody>
          <a:bodyPr anchor="t">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7" name="Date Placeholder 6"/>
          <p:cNvSpPr>
            <a:spLocks noGrp="1"/>
          </p:cNvSpPr>
          <p:nvPr>
            <p:ph type="dt" sz="half" idx="10"/>
          </p:nvPr>
        </p:nvSpPr>
        <p:spPr/>
        <p:txBody>
          <a:bodyPr/>
          <a:lstStyle/>
          <a:p>
            <a:fld id="{04C4989A-474C-40DE-95B9-011C28B71673}" type="datetime1">
              <a:rPr lang="en-US" smtClean="0"/>
              <a:t>9/22/2025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293639292"/>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388728" y="547244"/>
            <a:ext cx="7444991" cy="741249"/>
          </a:xfrm>
        </p:spPr>
        <p:txBody>
          <a:bodyPr/>
          <a:lstStyle/>
          <a:p>
            <a:r>
              <a:rPr lang="en-US" altLang="zh-CN"/>
              <a:t>Click to edit Master title style</a:t>
            </a:r>
            <a:endParaRPr lang="en-US" dirty="0"/>
          </a:p>
        </p:txBody>
      </p:sp>
      <p:sp>
        <p:nvSpPr>
          <p:cNvPr id="3" name="Date Placeholder 2"/>
          <p:cNvSpPr>
            <a:spLocks noGrp="1"/>
          </p:cNvSpPr>
          <p:nvPr>
            <p:ph type="dt" sz="half" idx="10"/>
          </p:nvPr>
        </p:nvSpPr>
        <p:spPr/>
        <p:txBody>
          <a:bodyPr/>
          <a:lstStyle/>
          <a:p>
            <a:fld id="{5DB4ED54-5B5E-4A04-93D3-5772E3CE3818}" type="datetime1">
              <a:rPr lang="en-US" smtClean="0"/>
              <a:t>9/22/2025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339332681"/>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EDE50D6-574B-40AF-946F-D52A04ADE379}" type="datetime1">
              <a:rPr lang="en-US" smtClean="0"/>
              <a:t>9/22/2025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813523203"/>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302277" y="450901"/>
            <a:ext cx="2485838" cy="436160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18304" y="700088"/>
            <a:ext cx="2046500" cy="1291814"/>
          </a:xfrm>
        </p:spPr>
        <p:txBody>
          <a:bodyPr anchor="b">
            <a:normAutofit/>
          </a:bodyPr>
          <a:lstStyle>
            <a:lvl1pPr algn="l">
              <a:defRPr sz="1620" b="0">
                <a:solidFill>
                  <a:srgbClr val="FFFFFF"/>
                </a:solidFill>
              </a:defRPr>
            </a:lvl1pPr>
          </a:lstStyle>
          <a:p>
            <a:r>
              <a:rPr lang="en-US" altLang="zh-CN"/>
              <a:t>Click to edit Master title style</a:t>
            </a:r>
            <a:endParaRPr lang="en-US" dirty="0"/>
          </a:p>
        </p:txBody>
      </p:sp>
      <p:sp>
        <p:nvSpPr>
          <p:cNvPr id="3" name="Content Placeholder 2"/>
          <p:cNvSpPr>
            <a:spLocks noGrp="1"/>
          </p:cNvSpPr>
          <p:nvPr>
            <p:ph idx="1"/>
          </p:nvPr>
        </p:nvSpPr>
        <p:spPr>
          <a:xfrm>
            <a:off x="3308127" y="884872"/>
            <a:ext cx="4489419" cy="3493662"/>
          </a:xfrm>
        </p:spPr>
        <p:txBody>
          <a:bodyPr anchor="ctr">
            <a:normAutofit/>
          </a:bodyPr>
          <a:lstStyle>
            <a:lvl1pPr>
              <a:defRPr sz="1350">
                <a:solidFill>
                  <a:schemeClr val="tx2"/>
                </a:solidFill>
              </a:defRPr>
            </a:lvl1pPr>
            <a:lvl2pPr>
              <a:defRPr sz="1215">
                <a:solidFill>
                  <a:schemeClr val="tx2"/>
                </a:solidFill>
              </a:defRPr>
            </a:lvl2pPr>
            <a:lvl3pPr>
              <a:defRPr sz="1080">
                <a:solidFill>
                  <a:schemeClr val="tx2"/>
                </a:solidFill>
              </a:defRPr>
            </a:lvl3pPr>
            <a:lvl4pPr>
              <a:defRPr sz="945">
                <a:solidFill>
                  <a:schemeClr val="tx2"/>
                </a:solidFill>
              </a:defRPr>
            </a:lvl4pPr>
            <a:lvl5pPr>
              <a:defRPr sz="945">
                <a:solidFill>
                  <a:schemeClr val="tx2"/>
                </a:solidFill>
              </a:defRPr>
            </a:lvl5pPr>
            <a:lvl6pPr>
              <a:defRPr sz="945">
                <a:solidFill>
                  <a:schemeClr val="tx2"/>
                </a:solidFill>
              </a:defRPr>
            </a:lvl6pPr>
            <a:lvl7pPr>
              <a:defRPr sz="945">
                <a:solidFill>
                  <a:schemeClr val="tx2"/>
                </a:solidFill>
              </a:defRPr>
            </a:lvl7pPr>
            <a:lvl8pPr>
              <a:defRPr sz="945">
                <a:solidFill>
                  <a:schemeClr val="tx2"/>
                </a:solidFill>
              </a:defRPr>
            </a:lvl8pPr>
            <a:lvl9pPr>
              <a:defRPr sz="945">
                <a:solidFill>
                  <a:schemeClr val="tx2"/>
                </a:solidFill>
              </a:defRPr>
            </a:lvl9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Text Placeholder 3"/>
          <p:cNvSpPr>
            <a:spLocks noGrp="1"/>
          </p:cNvSpPr>
          <p:nvPr>
            <p:ph type="body" sz="half" idx="2"/>
          </p:nvPr>
        </p:nvSpPr>
        <p:spPr>
          <a:xfrm>
            <a:off x="518304" y="2127491"/>
            <a:ext cx="2046500" cy="2251044"/>
          </a:xfrm>
        </p:spPr>
        <p:txBody>
          <a:bodyPr anchor="t">
            <a:normAutofit/>
          </a:bodyPr>
          <a:lstStyle>
            <a:lvl1pPr marL="0" indent="0" algn="l">
              <a:buNone/>
              <a:defRPr sz="1080">
                <a:solidFill>
                  <a:srgbClr val="FFFFFF"/>
                </a:solidFill>
              </a:defRPr>
            </a:lvl1pPr>
            <a:lvl2pPr marL="308610" indent="0">
              <a:buNone/>
              <a:defRPr sz="743"/>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ltLang="zh-CN"/>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5134017" y="4842687"/>
            <a:ext cx="1920239" cy="273844"/>
          </a:xfrm>
        </p:spPr>
        <p:txBody>
          <a:bodyPr/>
          <a:lstStyle/>
          <a:p>
            <a:fld id="{D82884F1-FFEA-405F-9602-3DCA865EDA4E}" type="datetime1">
              <a:rPr lang="en-US" smtClean="0"/>
              <a:t>9/22/2025</a:t>
            </a:fld>
            <a:endParaRPr lang="en-US" dirty="0"/>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392304" y="4839443"/>
            <a:ext cx="4669117" cy="273844"/>
          </a:xfrm>
        </p:spPr>
        <p:txBody>
          <a:bodyPr/>
          <a:lstStyle/>
          <a:p>
            <a:endParaRPr lang="en-US" dirty="0"/>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7126853" y="4842687"/>
            <a:ext cx="710444" cy="273844"/>
          </a:xfrm>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2525238496"/>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92305" y="3520042"/>
            <a:ext cx="7444991" cy="425054"/>
          </a:xfrm>
        </p:spPr>
        <p:txBody>
          <a:bodyPr anchor="b">
            <a:normAutofit/>
          </a:bodyPr>
          <a:lstStyle>
            <a:lvl1pPr algn="l">
              <a:defRPr sz="1620" b="0">
                <a:solidFill>
                  <a:schemeClr val="tx1">
                    <a:lumMod val="75000"/>
                    <a:lumOff val="25000"/>
                  </a:schemeClr>
                </a:solidFill>
              </a:defRPr>
            </a:lvl1pPr>
          </a:lstStyle>
          <a:p>
            <a:r>
              <a:rPr lang="en-US" altLang="zh-CN"/>
              <a:t>Click to edit Master title style</a:t>
            </a:r>
            <a:endParaRPr lang="en-US" dirty="0"/>
          </a:p>
        </p:txBody>
      </p:sp>
      <p:sp>
        <p:nvSpPr>
          <p:cNvPr id="3" name="Picture Placeholder 2"/>
          <p:cNvSpPr>
            <a:spLocks noGrp="1" noChangeAspect="1"/>
          </p:cNvSpPr>
          <p:nvPr>
            <p:ph type="pic" idx="1"/>
          </p:nvPr>
        </p:nvSpPr>
        <p:spPr>
          <a:xfrm>
            <a:off x="302277" y="481013"/>
            <a:ext cx="7621330" cy="2738437"/>
          </a:xfrm>
        </p:spPr>
        <p:txBody>
          <a:bodyPr anchor="t">
            <a:normAutofit/>
          </a:bodyPr>
          <a:lstStyle>
            <a:lvl1pPr marL="0" indent="0" algn="ctr">
              <a:buNone/>
              <a:defRPr sz="1080"/>
            </a:lvl1pPr>
            <a:lvl2pPr marL="308610" indent="0">
              <a:buNone/>
              <a:defRPr sz="1080"/>
            </a:lvl2pPr>
            <a:lvl3pPr marL="617220" indent="0">
              <a:buNone/>
              <a:defRPr sz="1080"/>
            </a:lvl3pPr>
            <a:lvl4pPr marL="925830" indent="0">
              <a:buNone/>
              <a:defRPr sz="1080"/>
            </a:lvl4pPr>
            <a:lvl5pPr marL="1234440" indent="0">
              <a:buNone/>
              <a:defRPr sz="1080"/>
            </a:lvl5pPr>
            <a:lvl6pPr marL="1543050" indent="0">
              <a:buNone/>
              <a:defRPr sz="1080"/>
            </a:lvl6pPr>
            <a:lvl7pPr marL="1851660" indent="0">
              <a:buNone/>
              <a:defRPr sz="1080"/>
            </a:lvl7pPr>
            <a:lvl8pPr marL="2160270" indent="0">
              <a:buNone/>
              <a:defRPr sz="1080"/>
            </a:lvl8pPr>
            <a:lvl9pPr marL="2468880" indent="0">
              <a:buNone/>
              <a:defRPr sz="1080"/>
            </a:lvl9pPr>
          </a:lstStyle>
          <a:p>
            <a:r>
              <a:rPr lang="en-US" altLang="zh-CN"/>
              <a:t>Click icon to add picture</a:t>
            </a:r>
            <a:endParaRPr lang="en-US" dirty="0"/>
          </a:p>
        </p:txBody>
      </p:sp>
      <p:sp>
        <p:nvSpPr>
          <p:cNvPr id="4" name="Text Placeholder 3"/>
          <p:cNvSpPr>
            <a:spLocks noGrp="1"/>
          </p:cNvSpPr>
          <p:nvPr>
            <p:ph type="body" sz="half" idx="2"/>
          </p:nvPr>
        </p:nvSpPr>
        <p:spPr>
          <a:xfrm>
            <a:off x="392305" y="3945095"/>
            <a:ext cx="7444991" cy="748611"/>
          </a:xfrm>
        </p:spPr>
        <p:txBody>
          <a:bodyPr anchor="t">
            <a:normAutofit/>
          </a:bodyPr>
          <a:lstStyle>
            <a:lvl1pPr marL="0" indent="0">
              <a:buNone/>
              <a:defRPr sz="1080"/>
            </a:lvl1pPr>
            <a:lvl2pPr marL="308610" indent="0">
              <a:buNone/>
              <a:defRPr sz="810"/>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7E18DB4A-8810-4A10-AD5C-D5E2C667F5B3}" type="datetime1">
              <a:rPr lang="en-US" smtClean="0"/>
              <a:t>9/22/2025</a:t>
            </a:fld>
            <a:endParaRPr lang="en-US" dirty="0"/>
          </a:p>
        </p:txBody>
      </p:sp>
      <p:sp>
        <p:nvSpPr>
          <p:cNvPr id="6" name="Footer Placeholder 5"/>
          <p:cNvSpPr>
            <a:spLocks noGrp="1"/>
          </p:cNvSpPr>
          <p:nvPr>
            <p:ph type="ftr" sz="quarter" idx="11"/>
          </p:nvPr>
        </p:nvSpPr>
        <p:spPr/>
        <p:txBody>
          <a:bodyPr/>
          <a:lstStyle/>
          <a:p>
            <a:pPr algn="l"/>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45184121"/>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392305" y="526617"/>
            <a:ext cx="7444991" cy="760350"/>
          </a:xfrm>
        </p:spPr>
        <p:txBody>
          <a:bodyPr/>
          <a:lstStyle/>
          <a:p>
            <a:r>
              <a:rPr lang="en-US" altLang="zh-CN"/>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CED4963-E985-44C4-B8C4-FDD613B7C2F8}" type="datetime1">
              <a:rPr lang="en-US" smtClean="0"/>
              <a:t>9/22/2025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48673052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5439252" y="449794"/>
            <a:ext cx="2488938" cy="436271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5537835" y="647700"/>
            <a:ext cx="2108835" cy="3605495"/>
          </a:xfrm>
        </p:spPr>
        <p:txBody>
          <a:bodyPr vert="eaVert" anchor="ctr"/>
          <a:lstStyle>
            <a:lvl1pPr>
              <a:defRPr>
                <a:solidFill>
                  <a:srgbClr val="FFFFFF"/>
                </a:solidFill>
              </a:defRPr>
            </a:lvl1pPr>
          </a:lstStyle>
          <a:p>
            <a:r>
              <a:rPr lang="en-US" altLang="zh-CN"/>
              <a:t>Click to edit Master title style</a:t>
            </a:r>
            <a:endParaRPr lang="en-US" dirty="0"/>
          </a:p>
        </p:txBody>
      </p:sp>
      <p:sp>
        <p:nvSpPr>
          <p:cNvPr id="3" name="Vertical Text Placeholder 2"/>
          <p:cNvSpPr>
            <a:spLocks noGrp="1"/>
          </p:cNvSpPr>
          <p:nvPr>
            <p:ph type="body" orient="vert" idx="1"/>
          </p:nvPr>
        </p:nvSpPr>
        <p:spPr>
          <a:xfrm>
            <a:off x="523073" y="647700"/>
            <a:ext cx="4834097" cy="3605495"/>
          </a:xfrm>
        </p:spPr>
        <p:txBody>
          <a:bodyPr vert="eaVert" ancho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301410" y="342900"/>
            <a:ext cx="2499741" cy="71248"/>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5428449" y="340232"/>
            <a:ext cx="2499741" cy="7391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ED291B17-9318-49DB-B28B-6E5994AE9581}" type="datetime1">
              <a:rPr lang="en-US" smtClean="0"/>
              <a:t>9/22/2025</a:t>
            </a:fld>
            <a:endParaRPr lang="en-US" dirty="0"/>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dirty="0"/>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160180449"/>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Title and body 1" preserve="1">
  <p:cSld name="Title and body 1">
    <p:spTree>
      <p:nvGrpSpPr>
        <p:cNvPr id="1" name="Shape 11"/>
        <p:cNvGrpSpPr/>
        <p:nvPr/>
      </p:nvGrpSpPr>
      <p:grpSpPr>
        <a:xfrm>
          <a:off x="0" y="0"/>
          <a:ext cx="0" cy="0"/>
          <a:chOff x="0" y="0"/>
          <a:chExt cx="0" cy="0"/>
        </a:xfrm>
      </p:grpSpPr>
      <p:sp>
        <p:nvSpPr>
          <p:cNvPr id="12" name="Google Shape;12;p2"/>
          <p:cNvSpPr txBox="1">
            <a:spLocks noGrp="1"/>
          </p:cNvSpPr>
          <p:nvPr>
            <p:ph type="title"/>
          </p:nvPr>
        </p:nvSpPr>
        <p:spPr>
          <a:xfrm>
            <a:off x="280530" y="597425"/>
            <a:ext cx="7668540" cy="572700"/>
          </a:xfrm>
          <a:prstGeom prst="rect">
            <a:avLst/>
          </a:prstGeom>
        </p:spPr>
        <p:txBody>
          <a:bodyPr spcFirstLastPara="1" wrap="square" lIns="91425" tIns="91425" rIns="91425" bIns="91425" anchor="t" anchorCtr="0">
            <a:normAutofit/>
          </a:bodyPr>
          <a:lstStyle>
            <a:lvl1pPr lvl="0" rtl="0">
              <a:spcBef>
                <a:spcPts val="0"/>
              </a:spcBef>
              <a:spcAft>
                <a:spcPts val="0"/>
              </a:spcAft>
              <a:buSzPts val="2200"/>
              <a:buFont typeface="Arial Black"/>
              <a:buNone/>
              <a:defRPr>
                <a:latin typeface="Arial Black"/>
                <a:ea typeface="Arial Black"/>
                <a:cs typeface="Arial Black"/>
                <a:sym typeface="Arial Black"/>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r>
              <a:rPr lang="en-US" altLang="zh-CN"/>
              <a:t>Click to edit Master title style</a:t>
            </a:r>
            <a:endParaRPr/>
          </a:p>
        </p:txBody>
      </p:sp>
    </p:spTree>
    <p:extLst>
      <p:ext uri="{BB962C8B-B14F-4D97-AF65-F5344CB8AC3E}">
        <p14:creationId xmlns:p14="http://schemas.microsoft.com/office/powerpoint/2010/main" val="2399175770"/>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01411" y="2314323"/>
            <a:ext cx="7626779" cy="250361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392304" y="765324"/>
            <a:ext cx="7420646" cy="1106260"/>
          </a:xfrm>
          <a:effectLst/>
        </p:spPr>
        <p:txBody>
          <a:bodyPr anchor="b">
            <a:normAutofit/>
          </a:bodyPr>
          <a:lstStyle>
            <a:lvl1pPr>
              <a:defRPr sz="2430">
                <a:solidFill>
                  <a:schemeClr val="tx1">
                    <a:lumMod val="75000"/>
                    <a:lumOff val="25000"/>
                  </a:schemeClr>
                </a:solidFill>
              </a:defRPr>
            </a:lvl1pPr>
          </a:lstStyle>
          <a:p>
            <a:r>
              <a:rPr lang="en-US" altLang="zh-CN"/>
              <a:t>Click to edit Master title style</a:t>
            </a:r>
            <a:endParaRPr lang="en-US" dirty="0"/>
          </a:p>
        </p:txBody>
      </p:sp>
      <p:sp>
        <p:nvSpPr>
          <p:cNvPr id="3" name="Subtitle 2"/>
          <p:cNvSpPr>
            <a:spLocks noGrp="1"/>
          </p:cNvSpPr>
          <p:nvPr>
            <p:ph type="subTitle" idx="1"/>
          </p:nvPr>
        </p:nvSpPr>
        <p:spPr>
          <a:xfrm>
            <a:off x="392306" y="1871584"/>
            <a:ext cx="7420644" cy="442741"/>
          </a:xfrm>
        </p:spPr>
        <p:txBody>
          <a:bodyPr anchor="t">
            <a:normAutofit/>
          </a:bodyPr>
          <a:lstStyle>
            <a:lvl1pPr marL="0" indent="0" algn="l">
              <a:buNone/>
              <a:defRPr sz="1080" cap="all">
                <a:solidFill>
                  <a:schemeClr val="accent1"/>
                </a:solidFill>
              </a:defRPr>
            </a:lvl1pPr>
            <a:lvl2pPr marL="308610" indent="0" algn="ctr">
              <a:buNone/>
              <a:defRPr>
                <a:solidFill>
                  <a:schemeClr val="tx1">
                    <a:tint val="75000"/>
                  </a:schemeClr>
                </a:solidFill>
              </a:defRPr>
            </a:lvl2pPr>
            <a:lvl3pPr marL="617220" indent="0" algn="ctr">
              <a:buNone/>
              <a:defRPr>
                <a:solidFill>
                  <a:schemeClr val="tx1">
                    <a:tint val="75000"/>
                  </a:schemeClr>
                </a:solidFill>
              </a:defRPr>
            </a:lvl3pPr>
            <a:lvl4pPr marL="925830" indent="0" algn="ctr">
              <a:buNone/>
              <a:defRPr>
                <a:solidFill>
                  <a:schemeClr val="tx1">
                    <a:tint val="75000"/>
                  </a:schemeClr>
                </a:solidFill>
              </a:defRPr>
            </a:lvl4pPr>
            <a:lvl5pPr marL="1234440" indent="0" algn="ctr">
              <a:buNone/>
              <a:defRPr>
                <a:solidFill>
                  <a:schemeClr val="tx1">
                    <a:tint val="75000"/>
                  </a:schemeClr>
                </a:solidFill>
              </a:defRPr>
            </a:lvl5pPr>
            <a:lvl6pPr marL="1543050" indent="0" algn="ctr">
              <a:buNone/>
              <a:defRPr>
                <a:solidFill>
                  <a:schemeClr val="tx1">
                    <a:tint val="75000"/>
                  </a:schemeClr>
                </a:solidFill>
              </a:defRPr>
            </a:lvl6pPr>
            <a:lvl7pPr marL="1851660" indent="0" algn="ctr">
              <a:buNone/>
              <a:defRPr>
                <a:solidFill>
                  <a:schemeClr val="tx1">
                    <a:tint val="75000"/>
                  </a:schemeClr>
                </a:solidFill>
              </a:defRPr>
            </a:lvl7pPr>
            <a:lvl8pPr marL="2160270" indent="0" algn="ctr">
              <a:buNone/>
              <a:defRPr>
                <a:solidFill>
                  <a:schemeClr val="tx1">
                    <a:tint val="75000"/>
                  </a:schemeClr>
                </a:solidFill>
              </a:defRPr>
            </a:lvl8pPr>
            <a:lvl9pPr marL="2468880" indent="0" algn="ctr">
              <a:buNone/>
              <a:defRPr>
                <a:solidFill>
                  <a:schemeClr val="tx1">
                    <a:tint val="75000"/>
                  </a:schemeClr>
                </a:solidFill>
              </a:defRPr>
            </a:lvl9pPr>
          </a:lstStyle>
          <a:p>
            <a:r>
              <a:rPr lang="en-US" altLang="zh-CN"/>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ED291B17-9318-49DB-B28B-6E5994AE9581}" type="datetime1">
              <a:rPr lang="en-US" smtClean="0"/>
              <a:t>9/22/2025</a:t>
            </a:fld>
            <a:endParaRPr lang="en-US" dirty="0"/>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929743328"/>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26617"/>
            <a:ext cx="7444991" cy="891540"/>
          </a:xfrm>
        </p:spPr>
        <p:txBody>
          <a:bodyPr/>
          <a:lstStyle/>
          <a:p>
            <a:r>
              <a:rPr lang="en-US" altLang="zh-CN"/>
              <a:t>Click to edit Master title style</a:t>
            </a:r>
            <a:endParaRPr lang="en-US" dirty="0"/>
          </a:p>
        </p:txBody>
      </p:sp>
      <p:sp>
        <p:nvSpPr>
          <p:cNvPr id="3" name="Content Placeholder 2"/>
          <p:cNvSpPr>
            <a:spLocks noGrp="1"/>
          </p:cNvSpPr>
          <p:nvPr>
            <p:ph idx="1"/>
          </p:nvPr>
        </p:nvSpPr>
        <p:spPr>
          <a:xfrm>
            <a:off x="392305" y="1755648"/>
            <a:ext cx="7444990" cy="2725865"/>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78DD82B9-B8EE-4375-B6FF-88FA6ABB15D9}" type="datetime1">
              <a:rPr lang="en-US" smtClean="0"/>
              <a:t>9/22/2025</a:t>
            </a:fld>
            <a:endParaRPr lang="en-US" dirty="0"/>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438200072"/>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302276" y="3856481"/>
            <a:ext cx="7621331" cy="94412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392306" y="1795463"/>
            <a:ext cx="7444990" cy="1610600"/>
          </a:xfrm>
        </p:spPr>
        <p:txBody>
          <a:bodyPr anchor="b">
            <a:normAutofit/>
          </a:bodyPr>
          <a:lstStyle>
            <a:lvl1pPr algn="l">
              <a:defRPr sz="2430" b="0" cap="all">
                <a:solidFill>
                  <a:schemeClr val="tx1">
                    <a:lumMod val="75000"/>
                    <a:lumOff val="25000"/>
                  </a:schemeClr>
                </a:solidFill>
              </a:defRPr>
            </a:lvl1pPr>
          </a:lstStyle>
          <a:p>
            <a:r>
              <a:rPr lang="en-US" altLang="zh-CN"/>
              <a:t>Click to edit Master title style</a:t>
            </a:r>
            <a:endParaRPr lang="en-US" dirty="0"/>
          </a:p>
        </p:txBody>
      </p:sp>
      <p:sp>
        <p:nvSpPr>
          <p:cNvPr id="3" name="Text Placeholder 2"/>
          <p:cNvSpPr>
            <a:spLocks noGrp="1"/>
          </p:cNvSpPr>
          <p:nvPr>
            <p:ph type="body" idx="1"/>
          </p:nvPr>
        </p:nvSpPr>
        <p:spPr>
          <a:xfrm>
            <a:off x="392305" y="3406063"/>
            <a:ext cx="7444990" cy="450417"/>
          </a:xfrm>
        </p:spPr>
        <p:txBody>
          <a:bodyPr anchor="t">
            <a:normAutofit/>
          </a:bodyPr>
          <a:lstStyle>
            <a:lvl1pPr marL="0" indent="0" algn="l">
              <a:buNone/>
              <a:defRPr sz="1215" cap="all">
                <a:solidFill>
                  <a:schemeClr val="accent1"/>
                </a:solidFill>
              </a:defRPr>
            </a:lvl1pPr>
            <a:lvl2pPr marL="308610" indent="0">
              <a:buNone/>
              <a:defRPr sz="1215">
                <a:solidFill>
                  <a:schemeClr val="tx1">
                    <a:tint val="75000"/>
                  </a:schemeClr>
                </a:solidFill>
              </a:defRPr>
            </a:lvl2pPr>
            <a:lvl3pPr marL="617220" indent="0">
              <a:buNone/>
              <a:defRPr sz="1080">
                <a:solidFill>
                  <a:schemeClr val="tx1">
                    <a:tint val="75000"/>
                  </a:schemeClr>
                </a:solidFill>
              </a:defRPr>
            </a:lvl3pPr>
            <a:lvl4pPr marL="925830" indent="0">
              <a:buNone/>
              <a:defRPr sz="945">
                <a:solidFill>
                  <a:schemeClr val="tx1">
                    <a:tint val="75000"/>
                  </a:schemeClr>
                </a:solidFill>
              </a:defRPr>
            </a:lvl4pPr>
            <a:lvl5pPr marL="1234440" indent="0">
              <a:buNone/>
              <a:defRPr sz="945">
                <a:solidFill>
                  <a:schemeClr val="tx1">
                    <a:tint val="75000"/>
                  </a:schemeClr>
                </a:solidFill>
              </a:defRPr>
            </a:lvl5pPr>
            <a:lvl6pPr marL="1543050" indent="0">
              <a:buNone/>
              <a:defRPr sz="945">
                <a:solidFill>
                  <a:schemeClr val="tx1">
                    <a:tint val="75000"/>
                  </a:schemeClr>
                </a:solidFill>
              </a:defRPr>
            </a:lvl6pPr>
            <a:lvl7pPr marL="1851660" indent="0">
              <a:buNone/>
              <a:defRPr sz="945">
                <a:solidFill>
                  <a:schemeClr val="tx1">
                    <a:tint val="75000"/>
                  </a:schemeClr>
                </a:solidFill>
              </a:defRPr>
            </a:lvl7pPr>
            <a:lvl8pPr marL="2160270" indent="0">
              <a:buNone/>
              <a:defRPr sz="945">
                <a:solidFill>
                  <a:schemeClr val="tx1">
                    <a:tint val="75000"/>
                  </a:schemeClr>
                </a:solidFill>
              </a:defRPr>
            </a:lvl8pPr>
            <a:lvl9pPr marL="2468880" indent="0">
              <a:buNone/>
              <a:defRPr sz="945">
                <a:solidFill>
                  <a:schemeClr val="tx1">
                    <a:tint val="75000"/>
                  </a:schemeClr>
                </a:solidFill>
              </a:defRPr>
            </a:lvl9pPr>
          </a:lstStyle>
          <a:p>
            <a:pPr lvl="0"/>
            <a:r>
              <a:rPr lang="en-US" altLang="zh-CN"/>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B2497495-0637-405E-AE64-5CC7506D51F5}" type="datetime1">
              <a:rPr lang="en-US" smtClean="0"/>
              <a:t>9/22/2025</a:t>
            </a:fld>
            <a:endParaRPr lang="en-US" dirty="0"/>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770831345"/>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47244"/>
            <a:ext cx="7444991" cy="741249"/>
          </a:xfrm>
        </p:spPr>
        <p:txBody>
          <a:bodyPr/>
          <a:lstStyle/>
          <a:p>
            <a:r>
              <a:rPr lang="en-US" altLang="zh-CN"/>
              <a:t>Click to edit Master title style</a:t>
            </a:r>
            <a:endParaRPr lang="en-US" dirty="0"/>
          </a:p>
        </p:txBody>
      </p:sp>
      <p:sp>
        <p:nvSpPr>
          <p:cNvPr id="3" name="Content Placeholder 2"/>
          <p:cNvSpPr>
            <a:spLocks noGrp="1"/>
          </p:cNvSpPr>
          <p:nvPr>
            <p:ph sz="half" idx="1"/>
          </p:nvPr>
        </p:nvSpPr>
        <p:spPr>
          <a:xfrm>
            <a:off x="392305" y="1671003"/>
            <a:ext cx="3506468" cy="2724785"/>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4330827" y="1671003"/>
            <a:ext cx="3506469" cy="2724785"/>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Date Placeholder 4"/>
          <p:cNvSpPr>
            <a:spLocks noGrp="1"/>
          </p:cNvSpPr>
          <p:nvPr>
            <p:ph type="dt" sz="half" idx="10"/>
          </p:nvPr>
        </p:nvSpPr>
        <p:spPr/>
        <p:txBody>
          <a:bodyPr/>
          <a:lstStyle/>
          <a:p>
            <a:fld id="{7BFFD690-9426-415D-8B65-26881E07B2D4}" type="datetime1">
              <a:rPr lang="en-US" smtClean="0"/>
              <a:t>9/22/2025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729762448"/>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392305" y="547244"/>
            <a:ext cx="7444991" cy="741249"/>
          </a:xfrm>
        </p:spPr>
        <p:txBody>
          <a:bodyPr/>
          <a:lstStyle/>
          <a:p>
            <a:r>
              <a:rPr lang="en-US" altLang="zh-CN"/>
              <a:t>Click to edit Master title style</a:t>
            </a:r>
            <a:endParaRPr lang="en-US" dirty="0"/>
          </a:p>
        </p:txBody>
      </p:sp>
      <p:sp>
        <p:nvSpPr>
          <p:cNvPr id="3" name="Text Placeholder 2"/>
          <p:cNvSpPr>
            <a:spLocks noGrp="1"/>
          </p:cNvSpPr>
          <p:nvPr>
            <p:ph type="body" idx="1"/>
          </p:nvPr>
        </p:nvSpPr>
        <p:spPr>
          <a:xfrm>
            <a:off x="392304" y="1688168"/>
            <a:ext cx="3506469" cy="418338"/>
          </a:xfrm>
        </p:spPr>
        <p:txBody>
          <a:bodyPr anchor="ctr">
            <a:noAutofit/>
          </a:bodyPr>
          <a:lstStyle>
            <a:lvl1pPr marL="0" indent="0">
              <a:buNone/>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lvl="0"/>
            <a:r>
              <a:rPr lang="en-US" altLang="zh-CN"/>
              <a:t>Click to edit Master text styles</a:t>
            </a:r>
          </a:p>
        </p:txBody>
      </p:sp>
      <p:sp>
        <p:nvSpPr>
          <p:cNvPr id="4" name="Content Placeholder 3"/>
          <p:cNvSpPr>
            <a:spLocks noGrp="1"/>
          </p:cNvSpPr>
          <p:nvPr>
            <p:ph sz="half" idx="2"/>
          </p:nvPr>
        </p:nvSpPr>
        <p:spPr>
          <a:xfrm>
            <a:off x="392306" y="2194540"/>
            <a:ext cx="3506467" cy="2201249"/>
          </a:xfrm>
        </p:spPr>
        <p:txBody>
          <a:bodyPr anchor="t">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Text Placeholder 4"/>
          <p:cNvSpPr>
            <a:spLocks noGrp="1"/>
          </p:cNvSpPr>
          <p:nvPr>
            <p:ph type="body" sz="quarter" idx="3"/>
          </p:nvPr>
        </p:nvSpPr>
        <p:spPr>
          <a:xfrm>
            <a:off x="4330826" y="1688169"/>
            <a:ext cx="3506470" cy="415030"/>
          </a:xfrm>
        </p:spPr>
        <p:txBody>
          <a:bodyPr anchor="ctr">
            <a:noAutofit/>
          </a:bodyPr>
          <a:lstStyle>
            <a:lvl1pPr marL="0" marR="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marL="0" marR="0" lvl="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a:pPr>
            <a:r>
              <a:rPr lang="en-US" altLang="zh-CN"/>
              <a:t>Click to edit Master text styles</a:t>
            </a:r>
          </a:p>
        </p:txBody>
      </p:sp>
      <p:sp>
        <p:nvSpPr>
          <p:cNvPr id="6" name="Content Placeholder 5"/>
          <p:cNvSpPr>
            <a:spLocks noGrp="1"/>
          </p:cNvSpPr>
          <p:nvPr>
            <p:ph sz="quarter" idx="4"/>
          </p:nvPr>
        </p:nvSpPr>
        <p:spPr>
          <a:xfrm>
            <a:off x="4330826" y="2194540"/>
            <a:ext cx="3506470" cy="2201249"/>
          </a:xfrm>
        </p:spPr>
        <p:txBody>
          <a:bodyPr anchor="t">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7" name="Date Placeholder 6"/>
          <p:cNvSpPr>
            <a:spLocks noGrp="1"/>
          </p:cNvSpPr>
          <p:nvPr>
            <p:ph type="dt" sz="half" idx="10"/>
          </p:nvPr>
        </p:nvSpPr>
        <p:spPr/>
        <p:txBody>
          <a:bodyPr/>
          <a:lstStyle/>
          <a:p>
            <a:fld id="{04C4989A-474C-40DE-95B9-011C28B71673}" type="datetime1">
              <a:rPr lang="en-US" smtClean="0"/>
              <a:t>9/22/2025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860364756"/>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388728" y="547244"/>
            <a:ext cx="7444991" cy="741249"/>
          </a:xfrm>
        </p:spPr>
        <p:txBody>
          <a:bodyPr/>
          <a:lstStyle/>
          <a:p>
            <a:r>
              <a:rPr lang="en-US" altLang="zh-CN"/>
              <a:t>Click to edit Master title style</a:t>
            </a:r>
            <a:endParaRPr lang="en-US" dirty="0"/>
          </a:p>
        </p:txBody>
      </p:sp>
      <p:sp>
        <p:nvSpPr>
          <p:cNvPr id="3" name="Date Placeholder 2"/>
          <p:cNvSpPr>
            <a:spLocks noGrp="1"/>
          </p:cNvSpPr>
          <p:nvPr>
            <p:ph type="dt" sz="half" idx="10"/>
          </p:nvPr>
        </p:nvSpPr>
        <p:spPr/>
        <p:txBody>
          <a:bodyPr/>
          <a:lstStyle/>
          <a:p>
            <a:fld id="{5DB4ED54-5B5E-4A04-93D3-5772E3CE3818}" type="datetime1">
              <a:rPr lang="en-US" smtClean="0"/>
              <a:t>9/22/2025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598725345"/>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EDE50D6-574B-40AF-946F-D52A04ADE379}" type="datetime1">
              <a:rPr lang="en-US" smtClean="0"/>
              <a:t>9/22/2025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660740916"/>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302277" y="450901"/>
            <a:ext cx="2485838" cy="436160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18304" y="700088"/>
            <a:ext cx="2046500" cy="1291814"/>
          </a:xfrm>
        </p:spPr>
        <p:txBody>
          <a:bodyPr anchor="b">
            <a:normAutofit/>
          </a:bodyPr>
          <a:lstStyle>
            <a:lvl1pPr algn="l">
              <a:defRPr sz="1620" b="0">
                <a:solidFill>
                  <a:srgbClr val="FFFFFF"/>
                </a:solidFill>
              </a:defRPr>
            </a:lvl1pPr>
          </a:lstStyle>
          <a:p>
            <a:r>
              <a:rPr lang="en-US" altLang="zh-CN"/>
              <a:t>Click to edit Master title style</a:t>
            </a:r>
            <a:endParaRPr lang="en-US" dirty="0"/>
          </a:p>
        </p:txBody>
      </p:sp>
      <p:sp>
        <p:nvSpPr>
          <p:cNvPr id="3" name="Content Placeholder 2"/>
          <p:cNvSpPr>
            <a:spLocks noGrp="1"/>
          </p:cNvSpPr>
          <p:nvPr>
            <p:ph idx="1"/>
          </p:nvPr>
        </p:nvSpPr>
        <p:spPr>
          <a:xfrm>
            <a:off x="3308127" y="884872"/>
            <a:ext cx="4489419" cy="3493662"/>
          </a:xfrm>
        </p:spPr>
        <p:txBody>
          <a:bodyPr anchor="ctr">
            <a:normAutofit/>
          </a:bodyPr>
          <a:lstStyle>
            <a:lvl1pPr>
              <a:defRPr sz="1350">
                <a:solidFill>
                  <a:schemeClr val="tx2"/>
                </a:solidFill>
              </a:defRPr>
            </a:lvl1pPr>
            <a:lvl2pPr>
              <a:defRPr sz="1215">
                <a:solidFill>
                  <a:schemeClr val="tx2"/>
                </a:solidFill>
              </a:defRPr>
            </a:lvl2pPr>
            <a:lvl3pPr>
              <a:defRPr sz="1080">
                <a:solidFill>
                  <a:schemeClr val="tx2"/>
                </a:solidFill>
              </a:defRPr>
            </a:lvl3pPr>
            <a:lvl4pPr>
              <a:defRPr sz="945">
                <a:solidFill>
                  <a:schemeClr val="tx2"/>
                </a:solidFill>
              </a:defRPr>
            </a:lvl4pPr>
            <a:lvl5pPr>
              <a:defRPr sz="945">
                <a:solidFill>
                  <a:schemeClr val="tx2"/>
                </a:solidFill>
              </a:defRPr>
            </a:lvl5pPr>
            <a:lvl6pPr>
              <a:defRPr sz="945">
                <a:solidFill>
                  <a:schemeClr val="tx2"/>
                </a:solidFill>
              </a:defRPr>
            </a:lvl6pPr>
            <a:lvl7pPr>
              <a:defRPr sz="945">
                <a:solidFill>
                  <a:schemeClr val="tx2"/>
                </a:solidFill>
              </a:defRPr>
            </a:lvl7pPr>
            <a:lvl8pPr>
              <a:defRPr sz="945">
                <a:solidFill>
                  <a:schemeClr val="tx2"/>
                </a:solidFill>
              </a:defRPr>
            </a:lvl8pPr>
            <a:lvl9pPr>
              <a:defRPr sz="945">
                <a:solidFill>
                  <a:schemeClr val="tx2"/>
                </a:solidFill>
              </a:defRPr>
            </a:lvl9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Text Placeholder 3"/>
          <p:cNvSpPr>
            <a:spLocks noGrp="1"/>
          </p:cNvSpPr>
          <p:nvPr>
            <p:ph type="body" sz="half" idx="2"/>
          </p:nvPr>
        </p:nvSpPr>
        <p:spPr>
          <a:xfrm>
            <a:off x="518304" y="2127491"/>
            <a:ext cx="2046500" cy="2251044"/>
          </a:xfrm>
        </p:spPr>
        <p:txBody>
          <a:bodyPr anchor="t">
            <a:normAutofit/>
          </a:bodyPr>
          <a:lstStyle>
            <a:lvl1pPr marL="0" indent="0" algn="l">
              <a:buNone/>
              <a:defRPr sz="1080">
                <a:solidFill>
                  <a:srgbClr val="FFFFFF"/>
                </a:solidFill>
              </a:defRPr>
            </a:lvl1pPr>
            <a:lvl2pPr marL="308610" indent="0">
              <a:buNone/>
              <a:defRPr sz="743"/>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ltLang="zh-CN"/>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5134017" y="4842687"/>
            <a:ext cx="1920239" cy="273844"/>
          </a:xfrm>
        </p:spPr>
        <p:txBody>
          <a:bodyPr/>
          <a:lstStyle/>
          <a:p>
            <a:fld id="{D82884F1-FFEA-405F-9602-3DCA865EDA4E}" type="datetime1">
              <a:rPr lang="en-US" smtClean="0"/>
              <a:t>9/22/2025</a:t>
            </a:fld>
            <a:endParaRPr lang="en-US" dirty="0"/>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392304" y="4839443"/>
            <a:ext cx="4669117" cy="273844"/>
          </a:xfrm>
        </p:spPr>
        <p:txBody>
          <a:bodyPr/>
          <a:lstStyle/>
          <a:p>
            <a:endParaRPr lang="en-US" dirty="0"/>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7126853" y="4842687"/>
            <a:ext cx="710444" cy="273844"/>
          </a:xfrm>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1873547736"/>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92305" y="3520042"/>
            <a:ext cx="7444991" cy="425054"/>
          </a:xfrm>
        </p:spPr>
        <p:txBody>
          <a:bodyPr anchor="b">
            <a:normAutofit/>
          </a:bodyPr>
          <a:lstStyle>
            <a:lvl1pPr algn="l">
              <a:defRPr sz="1620" b="0">
                <a:solidFill>
                  <a:schemeClr val="tx1">
                    <a:lumMod val="75000"/>
                    <a:lumOff val="25000"/>
                  </a:schemeClr>
                </a:solidFill>
              </a:defRPr>
            </a:lvl1pPr>
          </a:lstStyle>
          <a:p>
            <a:r>
              <a:rPr lang="en-US" altLang="zh-CN"/>
              <a:t>Click to edit Master title style</a:t>
            </a:r>
            <a:endParaRPr lang="en-US" dirty="0"/>
          </a:p>
        </p:txBody>
      </p:sp>
      <p:sp>
        <p:nvSpPr>
          <p:cNvPr id="3" name="Picture Placeholder 2"/>
          <p:cNvSpPr>
            <a:spLocks noGrp="1" noChangeAspect="1"/>
          </p:cNvSpPr>
          <p:nvPr>
            <p:ph type="pic" idx="1"/>
          </p:nvPr>
        </p:nvSpPr>
        <p:spPr>
          <a:xfrm>
            <a:off x="302277" y="481013"/>
            <a:ext cx="7621330" cy="2738437"/>
          </a:xfrm>
        </p:spPr>
        <p:txBody>
          <a:bodyPr anchor="t">
            <a:normAutofit/>
          </a:bodyPr>
          <a:lstStyle>
            <a:lvl1pPr marL="0" indent="0" algn="ctr">
              <a:buNone/>
              <a:defRPr sz="1080"/>
            </a:lvl1pPr>
            <a:lvl2pPr marL="308610" indent="0">
              <a:buNone/>
              <a:defRPr sz="1080"/>
            </a:lvl2pPr>
            <a:lvl3pPr marL="617220" indent="0">
              <a:buNone/>
              <a:defRPr sz="1080"/>
            </a:lvl3pPr>
            <a:lvl4pPr marL="925830" indent="0">
              <a:buNone/>
              <a:defRPr sz="1080"/>
            </a:lvl4pPr>
            <a:lvl5pPr marL="1234440" indent="0">
              <a:buNone/>
              <a:defRPr sz="1080"/>
            </a:lvl5pPr>
            <a:lvl6pPr marL="1543050" indent="0">
              <a:buNone/>
              <a:defRPr sz="1080"/>
            </a:lvl6pPr>
            <a:lvl7pPr marL="1851660" indent="0">
              <a:buNone/>
              <a:defRPr sz="1080"/>
            </a:lvl7pPr>
            <a:lvl8pPr marL="2160270" indent="0">
              <a:buNone/>
              <a:defRPr sz="1080"/>
            </a:lvl8pPr>
            <a:lvl9pPr marL="2468880" indent="0">
              <a:buNone/>
              <a:defRPr sz="1080"/>
            </a:lvl9pPr>
          </a:lstStyle>
          <a:p>
            <a:r>
              <a:rPr lang="en-US" altLang="zh-CN"/>
              <a:t>Click icon to add picture</a:t>
            </a:r>
            <a:endParaRPr lang="en-US" dirty="0"/>
          </a:p>
        </p:txBody>
      </p:sp>
      <p:sp>
        <p:nvSpPr>
          <p:cNvPr id="4" name="Text Placeholder 3"/>
          <p:cNvSpPr>
            <a:spLocks noGrp="1"/>
          </p:cNvSpPr>
          <p:nvPr>
            <p:ph type="body" sz="half" idx="2"/>
          </p:nvPr>
        </p:nvSpPr>
        <p:spPr>
          <a:xfrm>
            <a:off x="392305" y="3945095"/>
            <a:ext cx="7444991" cy="748611"/>
          </a:xfrm>
        </p:spPr>
        <p:txBody>
          <a:bodyPr anchor="t">
            <a:normAutofit/>
          </a:bodyPr>
          <a:lstStyle>
            <a:lvl1pPr marL="0" indent="0">
              <a:buNone/>
              <a:defRPr sz="1080"/>
            </a:lvl1pPr>
            <a:lvl2pPr marL="308610" indent="0">
              <a:buNone/>
              <a:defRPr sz="810"/>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7E18DB4A-8810-4A10-AD5C-D5E2C667F5B3}" type="datetime1">
              <a:rPr lang="en-US" smtClean="0"/>
              <a:t>9/22/2025</a:t>
            </a:fld>
            <a:endParaRPr lang="en-US" dirty="0"/>
          </a:p>
        </p:txBody>
      </p:sp>
      <p:sp>
        <p:nvSpPr>
          <p:cNvPr id="6" name="Footer Placeholder 5"/>
          <p:cNvSpPr>
            <a:spLocks noGrp="1"/>
          </p:cNvSpPr>
          <p:nvPr>
            <p:ph type="ftr" sz="quarter" idx="11"/>
          </p:nvPr>
        </p:nvSpPr>
        <p:spPr/>
        <p:txBody>
          <a:bodyPr/>
          <a:lstStyle/>
          <a:p>
            <a:pPr algn="l"/>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4233816061"/>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392305" y="526617"/>
            <a:ext cx="7444991" cy="760350"/>
          </a:xfrm>
        </p:spPr>
        <p:txBody>
          <a:bodyPr/>
          <a:lstStyle/>
          <a:p>
            <a:r>
              <a:rPr lang="en-US" altLang="zh-CN"/>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CED4963-E985-44C4-B8C4-FDD613B7C2F8}" type="datetime1">
              <a:rPr lang="en-US" smtClean="0"/>
              <a:t>9/22/2025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985051818"/>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5439252" y="449794"/>
            <a:ext cx="2488938" cy="436271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5537835" y="647700"/>
            <a:ext cx="2108835" cy="3605495"/>
          </a:xfrm>
        </p:spPr>
        <p:txBody>
          <a:bodyPr vert="eaVert" anchor="ctr"/>
          <a:lstStyle>
            <a:lvl1pPr>
              <a:defRPr>
                <a:solidFill>
                  <a:srgbClr val="FFFFFF"/>
                </a:solidFill>
              </a:defRPr>
            </a:lvl1pPr>
          </a:lstStyle>
          <a:p>
            <a:r>
              <a:rPr lang="en-US" altLang="zh-CN"/>
              <a:t>Click to edit Master title style</a:t>
            </a:r>
            <a:endParaRPr lang="en-US" dirty="0"/>
          </a:p>
        </p:txBody>
      </p:sp>
      <p:sp>
        <p:nvSpPr>
          <p:cNvPr id="3" name="Vertical Text Placeholder 2"/>
          <p:cNvSpPr>
            <a:spLocks noGrp="1"/>
          </p:cNvSpPr>
          <p:nvPr>
            <p:ph type="body" orient="vert" idx="1"/>
          </p:nvPr>
        </p:nvSpPr>
        <p:spPr>
          <a:xfrm>
            <a:off x="523073" y="647700"/>
            <a:ext cx="4834097" cy="3605495"/>
          </a:xfrm>
        </p:spPr>
        <p:txBody>
          <a:bodyPr vert="eaVert" ancho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301410" y="342900"/>
            <a:ext cx="2499741" cy="71248"/>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5428449" y="340232"/>
            <a:ext cx="2499741" cy="7391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ED291B17-9318-49DB-B28B-6E5994AE9581}" type="datetime1">
              <a:rPr lang="en-US" smtClean="0"/>
              <a:t>9/22/2025</a:t>
            </a:fld>
            <a:endParaRPr lang="en-US" dirty="0"/>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dirty="0"/>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654873473"/>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matchingName="Title and body 1" preserve="1">
  <p:cSld name="Title and body 1">
    <p:spTree>
      <p:nvGrpSpPr>
        <p:cNvPr id="1" name="Shape 11"/>
        <p:cNvGrpSpPr/>
        <p:nvPr/>
      </p:nvGrpSpPr>
      <p:grpSpPr>
        <a:xfrm>
          <a:off x="0" y="0"/>
          <a:ext cx="0" cy="0"/>
          <a:chOff x="0" y="0"/>
          <a:chExt cx="0" cy="0"/>
        </a:xfrm>
      </p:grpSpPr>
      <p:sp>
        <p:nvSpPr>
          <p:cNvPr id="12" name="Google Shape;12;p2"/>
          <p:cNvSpPr txBox="1">
            <a:spLocks noGrp="1"/>
          </p:cNvSpPr>
          <p:nvPr>
            <p:ph type="title"/>
          </p:nvPr>
        </p:nvSpPr>
        <p:spPr>
          <a:xfrm>
            <a:off x="280530" y="597425"/>
            <a:ext cx="7668540" cy="572700"/>
          </a:xfrm>
          <a:prstGeom prst="rect">
            <a:avLst/>
          </a:prstGeom>
        </p:spPr>
        <p:txBody>
          <a:bodyPr spcFirstLastPara="1" wrap="square" lIns="91425" tIns="91425" rIns="91425" bIns="91425" anchor="t" anchorCtr="0">
            <a:normAutofit/>
          </a:bodyPr>
          <a:lstStyle>
            <a:lvl1pPr lvl="0" rtl="0">
              <a:spcBef>
                <a:spcPts val="0"/>
              </a:spcBef>
              <a:spcAft>
                <a:spcPts val="0"/>
              </a:spcAft>
              <a:buSzPts val="2200"/>
              <a:buFont typeface="Arial Black"/>
              <a:buNone/>
              <a:defRPr>
                <a:latin typeface="Arial Black"/>
                <a:ea typeface="Arial Black"/>
                <a:cs typeface="Arial Black"/>
                <a:sym typeface="Arial Black"/>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r>
              <a:rPr lang="en-US" altLang="zh-CN"/>
              <a:t>Click to edit Master title style</a:t>
            </a:r>
            <a:endParaRPr/>
          </a:p>
        </p:txBody>
      </p:sp>
    </p:spTree>
    <p:extLst>
      <p:ext uri="{BB962C8B-B14F-4D97-AF65-F5344CB8AC3E}">
        <p14:creationId xmlns:p14="http://schemas.microsoft.com/office/powerpoint/2010/main" val="3766163799"/>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01411" y="2314323"/>
            <a:ext cx="7626779" cy="250361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2" name="Title 1"/>
          <p:cNvSpPr>
            <a:spLocks noGrp="1"/>
          </p:cNvSpPr>
          <p:nvPr>
            <p:ph type="ctrTitle"/>
          </p:nvPr>
        </p:nvSpPr>
        <p:spPr>
          <a:xfrm>
            <a:off x="392304" y="765324"/>
            <a:ext cx="7420646" cy="1106260"/>
          </a:xfrm>
          <a:effectLst/>
        </p:spPr>
        <p:txBody>
          <a:bodyPr anchor="b">
            <a:normAutofit/>
          </a:bodyPr>
          <a:lstStyle>
            <a:lvl1pPr>
              <a:defRPr sz="2430">
                <a:solidFill>
                  <a:schemeClr val="tx1">
                    <a:lumMod val="75000"/>
                    <a:lumOff val="2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392306" y="1871584"/>
            <a:ext cx="7420644" cy="442741"/>
          </a:xfrm>
        </p:spPr>
        <p:txBody>
          <a:bodyPr anchor="t">
            <a:normAutofit/>
          </a:bodyPr>
          <a:lstStyle>
            <a:lvl1pPr marL="0" indent="0" algn="l">
              <a:buNone/>
              <a:defRPr sz="1080" cap="all">
                <a:solidFill>
                  <a:schemeClr val="accent1"/>
                </a:solidFill>
              </a:defRPr>
            </a:lvl1pPr>
            <a:lvl2pPr marL="308610" indent="0" algn="ctr">
              <a:buNone/>
              <a:defRPr>
                <a:solidFill>
                  <a:schemeClr val="tx1">
                    <a:tint val="75000"/>
                  </a:schemeClr>
                </a:solidFill>
              </a:defRPr>
            </a:lvl2pPr>
            <a:lvl3pPr marL="617220" indent="0" algn="ctr">
              <a:buNone/>
              <a:defRPr>
                <a:solidFill>
                  <a:schemeClr val="tx1">
                    <a:tint val="75000"/>
                  </a:schemeClr>
                </a:solidFill>
              </a:defRPr>
            </a:lvl3pPr>
            <a:lvl4pPr marL="925830" indent="0" algn="ctr">
              <a:buNone/>
              <a:defRPr>
                <a:solidFill>
                  <a:schemeClr val="tx1">
                    <a:tint val="75000"/>
                  </a:schemeClr>
                </a:solidFill>
              </a:defRPr>
            </a:lvl4pPr>
            <a:lvl5pPr marL="1234440" indent="0" algn="ctr">
              <a:buNone/>
              <a:defRPr>
                <a:solidFill>
                  <a:schemeClr val="tx1">
                    <a:tint val="75000"/>
                  </a:schemeClr>
                </a:solidFill>
              </a:defRPr>
            </a:lvl5pPr>
            <a:lvl6pPr marL="1543050" indent="0" algn="ctr">
              <a:buNone/>
              <a:defRPr>
                <a:solidFill>
                  <a:schemeClr val="tx1">
                    <a:tint val="75000"/>
                  </a:schemeClr>
                </a:solidFill>
              </a:defRPr>
            </a:lvl6pPr>
            <a:lvl7pPr marL="1851660" indent="0" algn="ctr">
              <a:buNone/>
              <a:defRPr>
                <a:solidFill>
                  <a:schemeClr val="tx1">
                    <a:tint val="75000"/>
                  </a:schemeClr>
                </a:solidFill>
              </a:defRPr>
            </a:lvl7pPr>
            <a:lvl8pPr marL="2160270" indent="0" algn="ctr">
              <a:buNone/>
              <a:defRPr>
                <a:solidFill>
                  <a:schemeClr val="tx1">
                    <a:tint val="75000"/>
                  </a:schemeClr>
                </a:solidFill>
              </a:defRPr>
            </a:lvl8pPr>
            <a:lvl9pPr marL="2468880" indent="0" algn="ctr">
              <a:buNone/>
              <a:defRPr>
                <a:solidFill>
                  <a:schemeClr val="tx1">
                    <a:tint val="75000"/>
                  </a:schemeClr>
                </a:solidFill>
              </a:defRPr>
            </a:lvl9pPr>
          </a:lstStyle>
          <a:p>
            <a:r>
              <a:rPr lang="en-US"/>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ED291B17-9318-49DB-B28B-6E5994AE9581}" type="datetime1">
              <a:rPr lang="en-US" smtClean="0"/>
              <a:t>9/22/2025</a:t>
            </a:fld>
            <a:endParaRPr lang="en-US" dirty="0"/>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915641971"/>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26617"/>
            <a:ext cx="7444991" cy="891540"/>
          </a:xfrm>
        </p:spPr>
        <p:txBody>
          <a:bodyPr/>
          <a:lstStyle/>
          <a:p>
            <a:r>
              <a:rPr lang="en-US" dirty="0"/>
              <a:t>Click to edit Master title style</a:t>
            </a:r>
          </a:p>
        </p:txBody>
      </p:sp>
      <p:sp>
        <p:nvSpPr>
          <p:cNvPr id="3" name="Content Placeholder 2"/>
          <p:cNvSpPr>
            <a:spLocks noGrp="1"/>
          </p:cNvSpPr>
          <p:nvPr>
            <p:ph idx="1"/>
          </p:nvPr>
        </p:nvSpPr>
        <p:spPr>
          <a:xfrm>
            <a:off x="392305" y="1755648"/>
            <a:ext cx="7444990" cy="2725865"/>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78DD82B9-B8EE-4375-B6FF-88FA6ABB15D9}" type="datetime1">
              <a:rPr lang="en-US" smtClean="0"/>
              <a:t>9/22/2025</a:t>
            </a:fld>
            <a:endParaRPr lang="en-US" dirty="0"/>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725746985"/>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302276" y="3856481"/>
            <a:ext cx="7621331" cy="94412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392306" y="1795463"/>
            <a:ext cx="7444990" cy="1610600"/>
          </a:xfrm>
        </p:spPr>
        <p:txBody>
          <a:bodyPr anchor="b">
            <a:normAutofit/>
          </a:bodyPr>
          <a:lstStyle>
            <a:lvl1pPr algn="l">
              <a:defRPr sz="2430" b="0" cap="all">
                <a:solidFill>
                  <a:schemeClr val="tx1">
                    <a:lumMod val="75000"/>
                    <a:lumOff val="25000"/>
                  </a:schemeClr>
                </a:solidFill>
              </a:defRPr>
            </a:lvl1pPr>
          </a:lstStyle>
          <a:p>
            <a:r>
              <a:rPr lang="en-US" dirty="0"/>
              <a:t>Click to edit Master title style</a:t>
            </a:r>
          </a:p>
        </p:txBody>
      </p:sp>
      <p:sp>
        <p:nvSpPr>
          <p:cNvPr id="3" name="Text Placeholder 2"/>
          <p:cNvSpPr>
            <a:spLocks noGrp="1"/>
          </p:cNvSpPr>
          <p:nvPr>
            <p:ph type="body" idx="1"/>
          </p:nvPr>
        </p:nvSpPr>
        <p:spPr>
          <a:xfrm>
            <a:off x="392305" y="3406063"/>
            <a:ext cx="7444990" cy="450417"/>
          </a:xfrm>
        </p:spPr>
        <p:txBody>
          <a:bodyPr anchor="t">
            <a:normAutofit/>
          </a:bodyPr>
          <a:lstStyle>
            <a:lvl1pPr marL="0" indent="0" algn="l">
              <a:buNone/>
              <a:defRPr sz="1215" cap="all">
                <a:solidFill>
                  <a:schemeClr val="accent1"/>
                </a:solidFill>
              </a:defRPr>
            </a:lvl1pPr>
            <a:lvl2pPr marL="308610" indent="0">
              <a:buNone/>
              <a:defRPr sz="1215">
                <a:solidFill>
                  <a:schemeClr val="tx1">
                    <a:tint val="75000"/>
                  </a:schemeClr>
                </a:solidFill>
              </a:defRPr>
            </a:lvl2pPr>
            <a:lvl3pPr marL="617220" indent="0">
              <a:buNone/>
              <a:defRPr sz="1080">
                <a:solidFill>
                  <a:schemeClr val="tx1">
                    <a:tint val="75000"/>
                  </a:schemeClr>
                </a:solidFill>
              </a:defRPr>
            </a:lvl3pPr>
            <a:lvl4pPr marL="925830" indent="0">
              <a:buNone/>
              <a:defRPr sz="945">
                <a:solidFill>
                  <a:schemeClr val="tx1">
                    <a:tint val="75000"/>
                  </a:schemeClr>
                </a:solidFill>
              </a:defRPr>
            </a:lvl4pPr>
            <a:lvl5pPr marL="1234440" indent="0">
              <a:buNone/>
              <a:defRPr sz="945">
                <a:solidFill>
                  <a:schemeClr val="tx1">
                    <a:tint val="75000"/>
                  </a:schemeClr>
                </a:solidFill>
              </a:defRPr>
            </a:lvl5pPr>
            <a:lvl6pPr marL="1543050" indent="0">
              <a:buNone/>
              <a:defRPr sz="945">
                <a:solidFill>
                  <a:schemeClr val="tx1">
                    <a:tint val="75000"/>
                  </a:schemeClr>
                </a:solidFill>
              </a:defRPr>
            </a:lvl6pPr>
            <a:lvl7pPr marL="1851660" indent="0">
              <a:buNone/>
              <a:defRPr sz="945">
                <a:solidFill>
                  <a:schemeClr val="tx1">
                    <a:tint val="75000"/>
                  </a:schemeClr>
                </a:solidFill>
              </a:defRPr>
            </a:lvl7pPr>
            <a:lvl8pPr marL="2160270" indent="0">
              <a:buNone/>
              <a:defRPr sz="945">
                <a:solidFill>
                  <a:schemeClr val="tx1">
                    <a:tint val="75000"/>
                  </a:schemeClr>
                </a:solidFill>
              </a:defRPr>
            </a:lvl8pPr>
            <a:lvl9pPr marL="2468880" indent="0">
              <a:buNone/>
              <a:defRPr sz="945">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B2497495-0637-405E-AE64-5CC7506D51F5}" type="datetime1">
              <a:rPr lang="en-US" smtClean="0"/>
              <a:t>9/22/2025</a:t>
            </a:fld>
            <a:endParaRPr lang="en-US" dirty="0"/>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025214313"/>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Content Placeholder 2"/>
          <p:cNvSpPr>
            <a:spLocks noGrp="1"/>
          </p:cNvSpPr>
          <p:nvPr>
            <p:ph sz="half" idx="1"/>
          </p:nvPr>
        </p:nvSpPr>
        <p:spPr>
          <a:xfrm>
            <a:off x="392305" y="1671003"/>
            <a:ext cx="3506468" cy="2724785"/>
          </a:xfrm>
        </p:spPr>
        <p:txBody>
          <a:bodyP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330827" y="1671003"/>
            <a:ext cx="3506469" cy="2724785"/>
          </a:xfrm>
        </p:spPr>
        <p:txBody>
          <a:bodyP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7BFFD690-9426-415D-8B65-26881E07B2D4}" type="datetime1">
              <a:rPr lang="en-US" smtClean="0"/>
              <a:t>9/22/2025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025911548"/>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Text Placeholder 2"/>
          <p:cNvSpPr>
            <a:spLocks noGrp="1"/>
          </p:cNvSpPr>
          <p:nvPr>
            <p:ph type="body" idx="1"/>
          </p:nvPr>
        </p:nvSpPr>
        <p:spPr>
          <a:xfrm>
            <a:off x="392304" y="1688168"/>
            <a:ext cx="3506469" cy="418338"/>
          </a:xfrm>
        </p:spPr>
        <p:txBody>
          <a:bodyPr anchor="ctr">
            <a:noAutofit/>
          </a:bodyPr>
          <a:lstStyle>
            <a:lvl1pPr marL="0" indent="0">
              <a:buNone/>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lvl="0"/>
            <a:r>
              <a:rPr lang="en-US"/>
              <a:t>Click to edit Master text styles</a:t>
            </a:r>
          </a:p>
        </p:txBody>
      </p:sp>
      <p:sp>
        <p:nvSpPr>
          <p:cNvPr id="4" name="Content Placeholder 3"/>
          <p:cNvSpPr>
            <a:spLocks noGrp="1"/>
          </p:cNvSpPr>
          <p:nvPr>
            <p:ph sz="half" idx="2"/>
          </p:nvPr>
        </p:nvSpPr>
        <p:spPr>
          <a:xfrm>
            <a:off x="392306" y="2194540"/>
            <a:ext cx="3506467" cy="2201249"/>
          </a:xfrm>
        </p:spPr>
        <p:txBody>
          <a:bodyPr anchor="t">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330826" y="1688169"/>
            <a:ext cx="3506470" cy="415030"/>
          </a:xfrm>
        </p:spPr>
        <p:txBody>
          <a:bodyPr anchor="ctr">
            <a:noAutofit/>
          </a:bodyPr>
          <a:lstStyle>
            <a:lvl1pPr marL="0" marR="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marL="0" marR="0" lvl="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a:pPr>
            <a:r>
              <a:rPr lang="en-US"/>
              <a:t>Click to edit Master text styles</a:t>
            </a:r>
          </a:p>
        </p:txBody>
      </p:sp>
      <p:sp>
        <p:nvSpPr>
          <p:cNvPr id="6" name="Content Placeholder 5"/>
          <p:cNvSpPr>
            <a:spLocks noGrp="1"/>
          </p:cNvSpPr>
          <p:nvPr>
            <p:ph sz="quarter" idx="4"/>
          </p:nvPr>
        </p:nvSpPr>
        <p:spPr>
          <a:xfrm>
            <a:off x="4330826" y="2194540"/>
            <a:ext cx="3506470" cy="2201249"/>
          </a:xfrm>
        </p:spPr>
        <p:txBody>
          <a:bodyPr anchor="t">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04C4989A-474C-40DE-95B9-011C28B71673}" type="datetime1">
              <a:rPr lang="en-US" smtClean="0"/>
              <a:t>9/22/2025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238670628"/>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388728" y="547244"/>
            <a:ext cx="7444991" cy="741249"/>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DB4ED54-5B5E-4A04-93D3-5772E3CE3818}" type="datetime1">
              <a:rPr lang="en-US" smtClean="0"/>
              <a:t>9/22/2025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943184504"/>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EDE50D6-574B-40AF-946F-D52A04ADE379}" type="datetime1">
              <a:rPr lang="en-US" smtClean="0"/>
              <a:t>9/22/2025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348354751"/>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302277" y="450901"/>
            <a:ext cx="2485838" cy="436160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18304" y="700088"/>
            <a:ext cx="2046500" cy="1291814"/>
          </a:xfrm>
        </p:spPr>
        <p:txBody>
          <a:bodyPr anchor="b">
            <a:normAutofit/>
          </a:bodyPr>
          <a:lstStyle>
            <a:lvl1pPr algn="l">
              <a:defRPr sz="162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3308127" y="884872"/>
            <a:ext cx="4489419" cy="3493662"/>
          </a:xfrm>
        </p:spPr>
        <p:txBody>
          <a:bodyPr anchor="ctr">
            <a:normAutofit/>
          </a:bodyPr>
          <a:lstStyle>
            <a:lvl1pPr>
              <a:defRPr sz="1350">
                <a:solidFill>
                  <a:schemeClr val="tx2"/>
                </a:solidFill>
              </a:defRPr>
            </a:lvl1pPr>
            <a:lvl2pPr>
              <a:defRPr sz="1215">
                <a:solidFill>
                  <a:schemeClr val="tx2"/>
                </a:solidFill>
              </a:defRPr>
            </a:lvl2pPr>
            <a:lvl3pPr>
              <a:defRPr sz="1080">
                <a:solidFill>
                  <a:schemeClr val="tx2"/>
                </a:solidFill>
              </a:defRPr>
            </a:lvl3pPr>
            <a:lvl4pPr>
              <a:defRPr sz="945">
                <a:solidFill>
                  <a:schemeClr val="tx2"/>
                </a:solidFill>
              </a:defRPr>
            </a:lvl4pPr>
            <a:lvl5pPr>
              <a:defRPr sz="945">
                <a:solidFill>
                  <a:schemeClr val="tx2"/>
                </a:solidFill>
              </a:defRPr>
            </a:lvl5pPr>
            <a:lvl6pPr>
              <a:defRPr sz="945">
                <a:solidFill>
                  <a:schemeClr val="tx2"/>
                </a:solidFill>
              </a:defRPr>
            </a:lvl6pPr>
            <a:lvl7pPr>
              <a:defRPr sz="945">
                <a:solidFill>
                  <a:schemeClr val="tx2"/>
                </a:solidFill>
              </a:defRPr>
            </a:lvl7pPr>
            <a:lvl8pPr>
              <a:defRPr sz="945">
                <a:solidFill>
                  <a:schemeClr val="tx2"/>
                </a:solidFill>
              </a:defRPr>
            </a:lvl8pPr>
            <a:lvl9pPr>
              <a:defRPr sz="945">
                <a:solidFill>
                  <a:schemeClr val="tx2"/>
                </a:solidFill>
              </a:defRPr>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518304" y="2127491"/>
            <a:ext cx="2046500" cy="2251044"/>
          </a:xfrm>
        </p:spPr>
        <p:txBody>
          <a:bodyPr anchor="t">
            <a:normAutofit/>
          </a:bodyPr>
          <a:lstStyle>
            <a:lvl1pPr marL="0" indent="0" algn="l">
              <a:buNone/>
              <a:defRPr sz="1080">
                <a:solidFill>
                  <a:srgbClr val="FFFFFF"/>
                </a:solidFill>
              </a:defRPr>
            </a:lvl1pPr>
            <a:lvl2pPr marL="308610" indent="0">
              <a:buNone/>
              <a:defRPr sz="743"/>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5134017" y="4842687"/>
            <a:ext cx="1920239" cy="273844"/>
          </a:xfrm>
        </p:spPr>
        <p:txBody>
          <a:bodyPr/>
          <a:lstStyle/>
          <a:p>
            <a:fld id="{D82884F1-FFEA-405F-9602-3DCA865EDA4E}" type="datetime1">
              <a:rPr lang="en-US" smtClean="0"/>
              <a:t>9/22/2025</a:t>
            </a:fld>
            <a:endParaRPr lang="en-US" dirty="0"/>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392304" y="4839443"/>
            <a:ext cx="4669117" cy="273844"/>
          </a:xfrm>
        </p:spPr>
        <p:txBody>
          <a:bodyPr/>
          <a:lstStyle/>
          <a:p>
            <a:endParaRPr lang="en-US" dirty="0"/>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7126853" y="4842687"/>
            <a:ext cx="710444" cy="273844"/>
          </a:xfrm>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4048643879"/>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92305" y="3520042"/>
            <a:ext cx="7444991" cy="425054"/>
          </a:xfrm>
        </p:spPr>
        <p:txBody>
          <a:bodyPr anchor="b">
            <a:normAutofit/>
          </a:bodyPr>
          <a:lstStyle>
            <a:lvl1pPr algn="l">
              <a:defRPr sz="1620" b="0">
                <a:solidFill>
                  <a:schemeClr val="tx1">
                    <a:lumMod val="75000"/>
                    <a:lumOff val="25000"/>
                  </a:schemeClr>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302277" y="481013"/>
            <a:ext cx="7621330" cy="2738437"/>
          </a:xfrm>
        </p:spPr>
        <p:txBody>
          <a:bodyPr anchor="t">
            <a:normAutofit/>
          </a:bodyPr>
          <a:lstStyle>
            <a:lvl1pPr marL="0" indent="0" algn="ctr">
              <a:buNone/>
              <a:defRPr sz="1080"/>
            </a:lvl1pPr>
            <a:lvl2pPr marL="308610" indent="0">
              <a:buNone/>
              <a:defRPr sz="1080"/>
            </a:lvl2pPr>
            <a:lvl3pPr marL="617220" indent="0">
              <a:buNone/>
              <a:defRPr sz="1080"/>
            </a:lvl3pPr>
            <a:lvl4pPr marL="925830" indent="0">
              <a:buNone/>
              <a:defRPr sz="1080"/>
            </a:lvl4pPr>
            <a:lvl5pPr marL="1234440" indent="0">
              <a:buNone/>
              <a:defRPr sz="1080"/>
            </a:lvl5pPr>
            <a:lvl6pPr marL="1543050" indent="0">
              <a:buNone/>
              <a:defRPr sz="1080"/>
            </a:lvl6pPr>
            <a:lvl7pPr marL="1851660" indent="0">
              <a:buNone/>
              <a:defRPr sz="1080"/>
            </a:lvl7pPr>
            <a:lvl8pPr marL="2160270" indent="0">
              <a:buNone/>
              <a:defRPr sz="1080"/>
            </a:lvl8pPr>
            <a:lvl9pPr marL="2468880" indent="0">
              <a:buNone/>
              <a:defRPr sz="1080"/>
            </a:lvl9pPr>
          </a:lstStyle>
          <a:p>
            <a:r>
              <a:rPr lang="en-US"/>
              <a:t>Click icon to add picture</a:t>
            </a:r>
            <a:endParaRPr lang="en-US" dirty="0"/>
          </a:p>
        </p:txBody>
      </p:sp>
      <p:sp>
        <p:nvSpPr>
          <p:cNvPr id="4" name="Text Placeholder 3"/>
          <p:cNvSpPr>
            <a:spLocks noGrp="1"/>
          </p:cNvSpPr>
          <p:nvPr>
            <p:ph type="body" sz="half" idx="2"/>
          </p:nvPr>
        </p:nvSpPr>
        <p:spPr>
          <a:xfrm>
            <a:off x="392305" y="3945095"/>
            <a:ext cx="7444991" cy="748611"/>
          </a:xfrm>
        </p:spPr>
        <p:txBody>
          <a:bodyPr anchor="t">
            <a:normAutofit/>
          </a:bodyPr>
          <a:lstStyle>
            <a:lvl1pPr marL="0" indent="0">
              <a:buNone/>
              <a:defRPr sz="1080"/>
            </a:lvl1pPr>
            <a:lvl2pPr marL="308610" indent="0">
              <a:buNone/>
              <a:defRPr sz="810"/>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dirty="0"/>
              <a:t>Click to edit Master text styles</a:t>
            </a:r>
          </a:p>
        </p:txBody>
      </p:sp>
      <p:sp>
        <p:nvSpPr>
          <p:cNvPr id="5" name="Date Placeholder 4"/>
          <p:cNvSpPr>
            <a:spLocks noGrp="1"/>
          </p:cNvSpPr>
          <p:nvPr>
            <p:ph type="dt" sz="half" idx="10"/>
          </p:nvPr>
        </p:nvSpPr>
        <p:spPr/>
        <p:txBody>
          <a:bodyPr/>
          <a:lstStyle/>
          <a:p>
            <a:fld id="{7E18DB4A-8810-4A10-AD5C-D5E2C667F5B3}" type="datetime1">
              <a:rPr lang="en-US" smtClean="0"/>
              <a:t>9/22/2025</a:t>
            </a:fld>
            <a:endParaRPr lang="en-US" dirty="0"/>
          </a:p>
        </p:txBody>
      </p:sp>
      <p:sp>
        <p:nvSpPr>
          <p:cNvPr id="6" name="Footer Placeholder 5"/>
          <p:cNvSpPr>
            <a:spLocks noGrp="1"/>
          </p:cNvSpPr>
          <p:nvPr>
            <p:ph type="ftr" sz="quarter" idx="11"/>
          </p:nvPr>
        </p:nvSpPr>
        <p:spPr/>
        <p:txBody>
          <a:bodyPr/>
          <a:lstStyle/>
          <a:p>
            <a:pPr algn="l"/>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943948464"/>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392305" y="526617"/>
            <a:ext cx="7444991" cy="76035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CED4963-E985-44C4-B8C4-FDD613B7C2F8}" type="datetime1">
              <a:rPr lang="en-US" smtClean="0"/>
              <a:t>9/22/2025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249220448"/>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5439252" y="449794"/>
            <a:ext cx="2488938" cy="436271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5537835" y="647700"/>
            <a:ext cx="2108835" cy="3605495"/>
          </a:xfrm>
        </p:spPr>
        <p:txBody>
          <a:bodyPr vert="eaVert" anchor="ctr"/>
          <a:lstStyle>
            <a:lvl1pPr>
              <a:defRPr>
                <a:solidFill>
                  <a:srgbClr val="FFFFFF"/>
                </a:solidFil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523073" y="647700"/>
            <a:ext cx="4834097" cy="3605495"/>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301410" y="342900"/>
            <a:ext cx="2499741" cy="71248"/>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5428449" y="340232"/>
            <a:ext cx="2499741" cy="7391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ED291B17-9318-49DB-B28B-6E5994AE9581}" type="datetime1">
              <a:rPr lang="en-US" smtClean="0"/>
              <a:t>9/22/2025</a:t>
            </a:fld>
            <a:endParaRPr lang="en-US" dirty="0"/>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dirty="0"/>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520254535"/>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301411" y="2314323"/>
            <a:ext cx="7626779" cy="250361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ctrTitle"/>
          </p:nvPr>
        </p:nvSpPr>
        <p:spPr>
          <a:xfrm>
            <a:off x="392304" y="765324"/>
            <a:ext cx="7420646" cy="1106260"/>
          </a:xfrm>
          <a:effectLst/>
        </p:spPr>
        <p:txBody>
          <a:bodyPr anchor="b">
            <a:normAutofit/>
          </a:bodyPr>
          <a:lstStyle>
            <a:lvl1pPr>
              <a:defRPr sz="2430">
                <a:solidFill>
                  <a:schemeClr val="tx1">
                    <a:lumMod val="75000"/>
                    <a:lumOff val="2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392306" y="1871584"/>
            <a:ext cx="7420644" cy="442741"/>
          </a:xfrm>
        </p:spPr>
        <p:txBody>
          <a:bodyPr anchor="t">
            <a:normAutofit/>
          </a:bodyPr>
          <a:lstStyle>
            <a:lvl1pPr marL="0" indent="0" algn="l">
              <a:buNone/>
              <a:defRPr sz="1080" cap="all">
                <a:solidFill>
                  <a:schemeClr val="accent1"/>
                </a:solidFill>
              </a:defRPr>
            </a:lvl1pPr>
            <a:lvl2pPr marL="308610" indent="0" algn="ctr">
              <a:buNone/>
              <a:defRPr>
                <a:solidFill>
                  <a:schemeClr val="tx1">
                    <a:tint val="75000"/>
                  </a:schemeClr>
                </a:solidFill>
              </a:defRPr>
            </a:lvl2pPr>
            <a:lvl3pPr marL="617220" indent="0" algn="ctr">
              <a:buNone/>
              <a:defRPr>
                <a:solidFill>
                  <a:schemeClr val="tx1">
                    <a:tint val="75000"/>
                  </a:schemeClr>
                </a:solidFill>
              </a:defRPr>
            </a:lvl3pPr>
            <a:lvl4pPr marL="925830" indent="0" algn="ctr">
              <a:buNone/>
              <a:defRPr>
                <a:solidFill>
                  <a:schemeClr val="tx1">
                    <a:tint val="75000"/>
                  </a:schemeClr>
                </a:solidFill>
              </a:defRPr>
            </a:lvl4pPr>
            <a:lvl5pPr marL="1234440" indent="0" algn="ctr">
              <a:buNone/>
              <a:defRPr>
                <a:solidFill>
                  <a:schemeClr val="tx1">
                    <a:tint val="75000"/>
                  </a:schemeClr>
                </a:solidFill>
              </a:defRPr>
            </a:lvl5pPr>
            <a:lvl6pPr marL="1543050" indent="0" algn="ctr">
              <a:buNone/>
              <a:defRPr>
                <a:solidFill>
                  <a:schemeClr val="tx1">
                    <a:tint val="75000"/>
                  </a:schemeClr>
                </a:solidFill>
              </a:defRPr>
            </a:lvl6pPr>
            <a:lvl7pPr marL="1851660" indent="0" algn="ctr">
              <a:buNone/>
              <a:defRPr>
                <a:solidFill>
                  <a:schemeClr val="tx1">
                    <a:tint val="75000"/>
                  </a:schemeClr>
                </a:solidFill>
              </a:defRPr>
            </a:lvl7pPr>
            <a:lvl8pPr marL="2160270" indent="0" algn="ctr">
              <a:buNone/>
              <a:defRPr>
                <a:solidFill>
                  <a:schemeClr val="tx1">
                    <a:tint val="75000"/>
                  </a:schemeClr>
                </a:solidFill>
              </a:defRPr>
            </a:lvl8pPr>
            <a:lvl9pPr marL="2468880" indent="0" algn="ctr">
              <a:buNone/>
              <a:defRPr>
                <a:solidFill>
                  <a:schemeClr val="tx1">
                    <a:tint val="75000"/>
                  </a:schemeClr>
                </a:solidFill>
              </a:defRPr>
            </a:lvl9pPr>
          </a:lstStyle>
          <a:p>
            <a:r>
              <a:rPr lang="en-US"/>
              <a:t>Click to edit Master subtitle style</a:t>
            </a:r>
            <a:endParaRPr lang="en-US" dirty="0"/>
          </a:p>
        </p:txBody>
      </p:sp>
      <p:sp>
        <p:nvSpPr>
          <p:cNvPr id="8" name="Date Placeholder 7">
            <a:extLst>
              <a:ext uri="{FF2B5EF4-FFF2-40B4-BE49-F238E27FC236}">
                <a16:creationId xmlns:a16="http://schemas.microsoft.com/office/drawing/2014/main" id="{7FA0ACE7-29A8-47D3-A7D9-257B711D8023}"/>
              </a:ext>
            </a:extLst>
          </p:cNvPr>
          <p:cNvSpPr>
            <a:spLocks noGrp="1"/>
          </p:cNvSpPr>
          <p:nvPr>
            <p:ph type="dt" sz="half" idx="10"/>
          </p:nvPr>
        </p:nvSpPr>
        <p:spPr/>
        <p:txBody>
          <a:bodyPr/>
          <a:lstStyle/>
          <a:p>
            <a:fld id="{ED291B17-9318-49DB-B28B-6E5994AE9581}" type="datetime1">
              <a:rPr lang="en-US" smtClean="0"/>
              <a:t>9/22/2025</a:t>
            </a:fld>
            <a:endParaRPr lang="en-US" dirty="0"/>
          </a:p>
        </p:txBody>
      </p:sp>
      <p:sp>
        <p:nvSpPr>
          <p:cNvPr id="9" name="Footer Placeholder 8">
            <a:extLst>
              <a:ext uri="{FF2B5EF4-FFF2-40B4-BE49-F238E27FC236}">
                <a16:creationId xmlns:a16="http://schemas.microsoft.com/office/drawing/2014/main" id="{DEC604B9-52E9-4810-8359-47206518D03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5898A89F-CA25-400F-B05A-AECBF2517E4F}"/>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536909367"/>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26617"/>
            <a:ext cx="7444991" cy="891540"/>
          </a:xfrm>
        </p:spPr>
        <p:txBody>
          <a:bodyPr/>
          <a:lstStyle/>
          <a:p>
            <a:r>
              <a:rPr lang="en-US"/>
              <a:t>Click to edit Master title style</a:t>
            </a:r>
            <a:endParaRPr lang="en-US" dirty="0"/>
          </a:p>
        </p:txBody>
      </p:sp>
      <p:sp>
        <p:nvSpPr>
          <p:cNvPr id="3" name="Content Placeholder 2"/>
          <p:cNvSpPr>
            <a:spLocks noGrp="1"/>
          </p:cNvSpPr>
          <p:nvPr>
            <p:ph idx="1"/>
          </p:nvPr>
        </p:nvSpPr>
        <p:spPr>
          <a:xfrm>
            <a:off x="392305" y="1755648"/>
            <a:ext cx="7444990" cy="272586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Date Placeholder 7">
            <a:extLst>
              <a:ext uri="{FF2B5EF4-FFF2-40B4-BE49-F238E27FC236}">
                <a16:creationId xmlns:a16="http://schemas.microsoft.com/office/drawing/2014/main" id="{770E6237-3456-439F-802D-3BA93FC7E3E5}"/>
              </a:ext>
            </a:extLst>
          </p:cNvPr>
          <p:cNvSpPr>
            <a:spLocks noGrp="1"/>
          </p:cNvSpPr>
          <p:nvPr>
            <p:ph type="dt" sz="half" idx="10"/>
          </p:nvPr>
        </p:nvSpPr>
        <p:spPr/>
        <p:txBody>
          <a:bodyPr/>
          <a:lstStyle/>
          <a:p>
            <a:fld id="{78DD82B9-B8EE-4375-B6FF-88FA6ABB15D9}" type="datetime1">
              <a:rPr lang="en-US" smtClean="0"/>
              <a:t>9/22/2025</a:t>
            </a:fld>
            <a:endParaRPr lang="en-US" dirty="0"/>
          </a:p>
        </p:txBody>
      </p:sp>
      <p:sp>
        <p:nvSpPr>
          <p:cNvPr id="9" name="Footer Placeholder 8">
            <a:extLst>
              <a:ext uri="{FF2B5EF4-FFF2-40B4-BE49-F238E27FC236}">
                <a16:creationId xmlns:a16="http://schemas.microsoft.com/office/drawing/2014/main" id="{1356D3B5-6063-4A89-B88F-9D3043916FF8}"/>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02B78BF7-69D3-4CE0-A631-50EFD41EEEB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347514513"/>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8" name="Rectangle 7"/>
          <p:cNvSpPr>
            <a:spLocks noChangeAspect="1"/>
          </p:cNvSpPr>
          <p:nvPr/>
        </p:nvSpPr>
        <p:spPr>
          <a:xfrm>
            <a:off x="302276" y="3856481"/>
            <a:ext cx="7621331" cy="944120"/>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392306" y="1795463"/>
            <a:ext cx="7444990" cy="1610600"/>
          </a:xfrm>
        </p:spPr>
        <p:txBody>
          <a:bodyPr anchor="b">
            <a:normAutofit/>
          </a:bodyPr>
          <a:lstStyle>
            <a:lvl1pPr algn="l">
              <a:defRPr sz="2430" b="0" cap="all">
                <a:solidFill>
                  <a:schemeClr val="tx1">
                    <a:lumMod val="75000"/>
                    <a:lumOff val="2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392305" y="3406063"/>
            <a:ext cx="7444990" cy="450417"/>
          </a:xfrm>
        </p:spPr>
        <p:txBody>
          <a:bodyPr anchor="t">
            <a:normAutofit/>
          </a:bodyPr>
          <a:lstStyle>
            <a:lvl1pPr marL="0" indent="0" algn="l">
              <a:buNone/>
              <a:defRPr sz="1215" cap="all">
                <a:solidFill>
                  <a:schemeClr val="accent1"/>
                </a:solidFill>
              </a:defRPr>
            </a:lvl1pPr>
            <a:lvl2pPr marL="308610" indent="0">
              <a:buNone/>
              <a:defRPr sz="1215">
                <a:solidFill>
                  <a:schemeClr val="tx1">
                    <a:tint val="75000"/>
                  </a:schemeClr>
                </a:solidFill>
              </a:defRPr>
            </a:lvl2pPr>
            <a:lvl3pPr marL="617220" indent="0">
              <a:buNone/>
              <a:defRPr sz="1080">
                <a:solidFill>
                  <a:schemeClr val="tx1">
                    <a:tint val="75000"/>
                  </a:schemeClr>
                </a:solidFill>
              </a:defRPr>
            </a:lvl3pPr>
            <a:lvl4pPr marL="925830" indent="0">
              <a:buNone/>
              <a:defRPr sz="945">
                <a:solidFill>
                  <a:schemeClr val="tx1">
                    <a:tint val="75000"/>
                  </a:schemeClr>
                </a:solidFill>
              </a:defRPr>
            </a:lvl4pPr>
            <a:lvl5pPr marL="1234440" indent="0">
              <a:buNone/>
              <a:defRPr sz="945">
                <a:solidFill>
                  <a:schemeClr val="tx1">
                    <a:tint val="75000"/>
                  </a:schemeClr>
                </a:solidFill>
              </a:defRPr>
            </a:lvl5pPr>
            <a:lvl6pPr marL="1543050" indent="0">
              <a:buNone/>
              <a:defRPr sz="945">
                <a:solidFill>
                  <a:schemeClr val="tx1">
                    <a:tint val="75000"/>
                  </a:schemeClr>
                </a:solidFill>
              </a:defRPr>
            </a:lvl6pPr>
            <a:lvl7pPr marL="1851660" indent="0">
              <a:buNone/>
              <a:defRPr sz="945">
                <a:solidFill>
                  <a:schemeClr val="tx1">
                    <a:tint val="75000"/>
                  </a:schemeClr>
                </a:solidFill>
              </a:defRPr>
            </a:lvl7pPr>
            <a:lvl8pPr marL="2160270" indent="0">
              <a:buNone/>
              <a:defRPr sz="945">
                <a:solidFill>
                  <a:schemeClr val="tx1">
                    <a:tint val="75000"/>
                  </a:schemeClr>
                </a:solidFill>
              </a:defRPr>
            </a:lvl8pPr>
            <a:lvl9pPr marL="2468880" indent="0">
              <a:buNone/>
              <a:defRPr sz="945">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61582016-5696-4A93-887F-BBB3B9002FE5}"/>
              </a:ext>
            </a:extLst>
          </p:cNvPr>
          <p:cNvSpPr>
            <a:spLocks noGrp="1"/>
          </p:cNvSpPr>
          <p:nvPr>
            <p:ph type="dt" sz="half" idx="10"/>
          </p:nvPr>
        </p:nvSpPr>
        <p:spPr/>
        <p:txBody>
          <a:bodyPr/>
          <a:lstStyle/>
          <a:p>
            <a:fld id="{B2497495-0637-405E-AE64-5CC7506D51F5}" type="datetime1">
              <a:rPr lang="en-US" smtClean="0"/>
              <a:t>9/22/2025</a:t>
            </a:fld>
            <a:endParaRPr lang="en-US" dirty="0"/>
          </a:p>
        </p:txBody>
      </p:sp>
      <p:sp>
        <p:nvSpPr>
          <p:cNvPr id="9" name="Footer Placeholder 8">
            <a:extLst>
              <a:ext uri="{FF2B5EF4-FFF2-40B4-BE49-F238E27FC236}">
                <a16:creationId xmlns:a16="http://schemas.microsoft.com/office/drawing/2014/main" id="{857CFCD5-1192-4E18-8A8F-29E153B44DA4}"/>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E39A109E-5018-4794-92B3-FD5E5BCD95E8}"/>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543578355"/>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Content Placeholder 2"/>
          <p:cNvSpPr>
            <a:spLocks noGrp="1"/>
          </p:cNvSpPr>
          <p:nvPr>
            <p:ph sz="half" idx="1"/>
          </p:nvPr>
        </p:nvSpPr>
        <p:spPr>
          <a:xfrm>
            <a:off x="392305" y="1671003"/>
            <a:ext cx="3506468" cy="2724785"/>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330827" y="1671003"/>
            <a:ext cx="3506469" cy="2724785"/>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7BFFD690-9426-415D-8B65-26881E07B2D4}" type="datetime1">
              <a:rPr lang="en-US" smtClean="0"/>
              <a:t>9/22/2025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657434036"/>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12" name="Title 1"/>
          <p:cNvSpPr>
            <a:spLocks noGrp="1"/>
          </p:cNvSpPr>
          <p:nvPr>
            <p:ph type="title"/>
          </p:nvPr>
        </p:nvSpPr>
        <p:spPr>
          <a:xfrm>
            <a:off x="392305" y="547244"/>
            <a:ext cx="7444991" cy="741249"/>
          </a:xfrm>
        </p:spPr>
        <p:txBody>
          <a:bodyPr/>
          <a:lstStyle/>
          <a:p>
            <a:r>
              <a:rPr lang="en-US"/>
              <a:t>Click to edit Master title style</a:t>
            </a:r>
            <a:endParaRPr lang="en-US" dirty="0"/>
          </a:p>
        </p:txBody>
      </p:sp>
      <p:sp>
        <p:nvSpPr>
          <p:cNvPr id="3" name="Text Placeholder 2"/>
          <p:cNvSpPr>
            <a:spLocks noGrp="1"/>
          </p:cNvSpPr>
          <p:nvPr>
            <p:ph type="body" idx="1"/>
          </p:nvPr>
        </p:nvSpPr>
        <p:spPr>
          <a:xfrm>
            <a:off x="392304" y="1688168"/>
            <a:ext cx="3506469" cy="418338"/>
          </a:xfrm>
        </p:spPr>
        <p:txBody>
          <a:bodyPr anchor="ctr">
            <a:noAutofit/>
          </a:bodyPr>
          <a:lstStyle>
            <a:lvl1pPr marL="0" indent="0">
              <a:buNone/>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lvl="0"/>
            <a:r>
              <a:rPr lang="en-US"/>
              <a:t>Click to edit Master text styles</a:t>
            </a:r>
          </a:p>
        </p:txBody>
      </p:sp>
      <p:sp>
        <p:nvSpPr>
          <p:cNvPr id="4" name="Content Placeholder 3"/>
          <p:cNvSpPr>
            <a:spLocks noGrp="1"/>
          </p:cNvSpPr>
          <p:nvPr>
            <p:ph sz="half" idx="2"/>
          </p:nvPr>
        </p:nvSpPr>
        <p:spPr>
          <a:xfrm>
            <a:off x="392306" y="2194540"/>
            <a:ext cx="3506467" cy="220124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330826" y="1688169"/>
            <a:ext cx="3506470" cy="415030"/>
          </a:xfrm>
        </p:spPr>
        <p:txBody>
          <a:bodyPr anchor="ctr">
            <a:noAutofit/>
          </a:bodyPr>
          <a:lstStyle>
            <a:lvl1pPr marL="0" marR="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sz="1350" b="0">
                <a:solidFill>
                  <a:schemeClr val="tx1">
                    <a:lumMod val="75000"/>
                    <a:lumOff val="25000"/>
                  </a:schemeClr>
                </a:solidFill>
              </a:defRPr>
            </a:lvl1pPr>
            <a:lvl2pPr marL="308610" indent="0">
              <a:buNone/>
              <a:defRPr sz="1350" b="1"/>
            </a:lvl2pPr>
            <a:lvl3pPr marL="617220" indent="0">
              <a:buNone/>
              <a:defRPr sz="1215" b="1"/>
            </a:lvl3pPr>
            <a:lvl4pPr marL="925830" indent="0">
              <a:buNone/>
              <a:defRPr sz="1080" b="1"/>
            </a:lvl4pPr>
            <a:lvl5pPr marL="1234440" indent="0">
              <a:buNone/>
              <a:defRPr sz="1080" b="1"/>
            </a:lvl5pPr>
            <a:lvl6pPr marL="1543050" indent="0">
              <a:buNone/>
              <a:defRPr sz="1080" b="1"/>
            </a:lvl6pPr>
            <a:lvl7pPr marL="1851660" indent="0">
              <a:buNone/>
              <a:defRPr sz="1080" b="1"/>
            </a:lvl7pPr>
            <a:lvl8pPr marL="2160270" indent="0">
              <a:buNone/>
              <a:defRPr sz="1080" b="1"/>
            </a:lvl8pPr>
            <a:lvl9pPr marL="2468880" indent="0">
              <a:buNone/>
              <a:defRPr sz="1080" b="1"/>
            </a:lvl9pPr>
          </a:lstStyle>
          <a:p>
            <a:pPr marL="0" marR="0" lvl="0" indent="0" algn="l" defTabSz="308610" rtl="0" eaLnBrk="1" fontAlgn="auto" latinLnBrk="0" hangingPunct="1">
              <a:lnSpc>
                <a:spcPct val="100000"/>
              </a:lnSpc>
              <a:spcBef>
                <a:spcPct val="20000"/>
              </a:spcBef>
              <a:spcAft>
                <a:spcPts val="405"/>
              </a:spcAft>
              <a:buClr>
                <a:schemeClr val="accent1"/>
              </a:buClr>
              <a:buSzPct val="92000"/>
              <a:buFont typeface="Wingdings 2" panose="05020102010507070707" pitchFamily="18" charset="2"/>
              <a:buNone/>
              <a:tabLst/>
              <a:defRPr/>
            </a:pPr>
            <a:r>
              <a:rPr lang="en-US"/>
              <a:t>Click to edit Master text styles</a:t>
            </a:r>
          </a:p>
        </p:txBody>
      </p:sp>
      <p:sp>
        <p:nvSpPr>
          <p:cNvPr id="6" name="Content Placeholder 5"/>
          <p:cNvSpPr>
            <a:spLocks noGrp="1"/>
          </p:cNvSpPr>
          <p:nvPr>
            <p:ph sz="quarter" idx="4"/>
          </p:nvPr>
        </p:nvSpPr>
        <p:spPr>
          <a:xfrm>
            <a:off x="4330826" y="2194540"/>
            <a:ext cx="3506470" cy="2201249"/>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4C4989A-474C-40DE-95B9-011C28B71673}" type="datetime1">
              <a:rPr lang="en-US" smtClean="0"/>
              <a:t>9/22/2025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444732079"/>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 name="Title 1"/>
          <p:cNvSpPr>
            <a:spLocks noGrp="1"/>
          </p:cNvSpPr>
          <p:nvPr>
            <p:ph type="title"/>
          </p:nvPr>
        </p:nvSpPr>
        <p:spPr>
          <a:xfrm>
            <a:off x="388728" y="547244"/>
            <a:ext cx="7444991" cy="741249"/>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DB4ED54-5B5E-4A04-93D3-5772E3CE3818}" type="datetime1">
              <a:rPr lang="en-US" smtClean="0"/>
              <a:t>9/22/2025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646453667"/>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EDE50D6-574B-40AF-946F-D52A04ADE379}" type="datetime1">
              <a:rPr lang="en-US" smtClean="0"/>
              <a:t>9/22/2025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453981597"/>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9" name="Rectangle 8"/>
          <p:cNvSpPr>
            <a:spLocks noChangeAspect="1"/>
          </p:cNvSpPr>
          <p:nvPr/>
        </p:nvSpPr>
        <p:spPr>
          <a:xfrm>
            <a:off x="302277" y="450901"/>
            <a:ext cx="2485838" cy="436160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Title 1"/>
          <p:cNvSpPr>
            <a:spLocks noGrp="1"/>
          </p:cNvSpPr>
          <p:nvPr>
            <p:ph type="title"/>
          </p:nvPr>
        </p:nvSpPr>
        <p:spPr>
          <a:xfrm>
            <a:off x="518304" y="700088"/>
            <a:ext cx="2046500" cy="1291814"/>
          </a:xfrm>
        </p:spPr>
        <p:txBody>
          <a:bodyPr anchor="b">
            <a:normAutofit/>
          </a:bodyPr>
          <a:lstStyle>
            <a:lvl1pPr algn="l">
              <a:defRPr sz="162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3308127" y="884872"/>
            <a:ext cx="4489419" cy="3493662"/>
          </a:xfrm>
        </p:spPr>
        <p:txBody>
          <a:bodyPr anchor="ctr">
            <a:normAutofit/>
          </a:bodyPr>
          <a:lstStyle>
            <a:lvl1pPr>
              <a:defRPr sz="1350">
                <a:solidFill>
                  <a:schemeClr val="tx2"/>
                </a:solidFill>
              </a:defRPr>
            </a:lvl1pPr>
            <a:lvl2pPr>
              <a:defRPr sz="1215">
                <a:solidFill>
                  <a:schemeClr val="tx2"/>
                </a:solidFill>
              </a:defRPr>
            </a:lvl2pPr>
            <a:lvl3pPr>
              <a:defRPr sz="1080">
                <a:solidFill>
                  <a:schemeClr val="tx2"/>
                </a:solidFill>
              </a:defRPr>
            </a:lvl3pPr>
            <a:lvl4pPr>
              <a:defRPr sz="945">
                <a:solidFill>
                  <a:schemeClr val="tx2"/>
                </a:solidFill>
              </a:defRPr>
            </a:lvl4pPr>
            <a:lvl5pPr>
              <a:defRPr sz="945">
                <a:solidFill>
                  <a:schemeClr val="tx2"/>
                </a:solidFill>
              </a:defRPr>
            </a:lvl5pPr>
            <a:lvl6pPr>
              <a:defRPr sz="945">
                <a:solidFill>
                  <a:schemeClr val="tx2"/>
                </a:solidFill>
              </a:defRPr>
            </a:lvl6pPr>
            <a:lvl7pPr>
              <a:defRPr sz="945">
                <a:solidFill>
                  <a:schemeClr val="tx2"/>
                </a:solidFill>
              </a:defRPr>
            </a:lvl7pPr>
            <a:lvl8pPr>
              <a:defRPr sz="945">
                <a:solidFill>
                  <a:schemeClr val="tx2"/>
                </a:solidFill>
              </a:defRPr>
            </a:lvl8pPr>
            <a:lvl9pPr>
              <a:defRPr sz="945">
                <a:solidFill>
                  <a:schemeClr val="tx2"/>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518304" y="2127491"/>
            <a:ext cx="2046500" cy="2251044"/>
          </a:xfrm>
        </p:spPr>
        <p:txBody>
          <a:bodyPr anchor="t">
            <a:normAutofit/>
          </a:bodyPr>
          <a:lstStyle>
            <a:lvl1pPr marL="0" indent="0" algn="l">
              <a:buNone/>
              <a:defRPr sz="1080">
                <a:solidFill>
                  <a:srgbClr val="FFFFFF"/>
                </a:solidFill>
              </a:defRPr>
            </a:lvl1pPr>
            <a:lvl2pPr marL="308610" indent="0">
              <a:buNone/>
              <a:defRPr sz="743"/>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t>Click to edit Master text styles</a:t>
            </a:r>
          </a:p>
        </p:txBody>
      </p:sp>
      <p:sp>
        <p:nvSpPr>
          <p:cNvPr id="8" name="Date Placeholder 7">
            <a:extLst>
              <a:ext uri="{FF2B5EF4-FFF2-40B4-BE49-F238E27FC236}">
                <a16:creationId xmlns:a16="http://schemas.microsoft.com/office/drawing/2014/main" id="{0B919CC2-2A65-446F-B538-9E6249035445}"/>
              </a:ext>
            </a:extLst>
          </p:cNvPr>
          <p:cNvSpPr>
            <a:spLocks noGrp="1"/>
          </p:cNvSpPr>
          <p:nvPr>
            <p:ph type="dt" sz="half" idx="10"/>
          </p:nvPr>
        </p:nvSpPr>
        <p:spPr>
          <a:xfrm>
            <a:off x="5134017" y="4842687"/>
            <a:ext cx="1920239" cy="273844"/>
          </a:xfrm>
        </p:spPr>
        <p:txBody>
          <a:bodyPr/>
          <a:lstStyle/>
          <a:p>
            <a:fld id="{D82884F1-FFEA-405F-9602-3DCA865EDA4E}" type="datetime1">
              <a:rPr lang="en-US" smtClean="0"/>
              <a:t>9/22/2025</a:t>
            </a:fld>
            <a:endParaRPr lang="en-US" dirty="0"/>
          </a:p>
        </p:txBody>
      </p:sp>
      <p:sp>
        <p:nvSpPr>
          <p:cNvPr id="10" name="Footer Placeholder 9">
            <a:extLst>
              <a:ext uri="{FF2B5EF4-FFF2-40B4-BE49-F238E27FC236}">
                <a16:creationId xmlns:a16="http://schemas.microsoft.com/office/drawing/2014/main" id="{B72412AE-119E-4982-8B24-63365EFCA796}"/>
              </a:ext>
            </a:extLst>
          </p:cNvPr>
          <p:cNvSpPr>
            <a:spLocks noGrp="1"/>
          </p:cNvSpPr>
          <p:nvPr>
            <p:ph type="ftr" sz="quarter" idx="11"/>
          </p:nvPr>
        </p:nvSpPr>
        <p:spPr>
          <a:xfrm>
            <a:off x="392304" y="4839443"/>
            <a:ext cx="4669117" cy="273844"/>
          </a:xfrm>
        </p:spPr>
        <p:txBody>
          <a:bodyPr/>
          <a:lstStyle/>
          <a:p>
            <a:endParaRPr lang="en-US" dirty="0"/>
          </a:p>
        </p:txBody>
      </p:sp>
      <p:sp>
        <p:nvSpPr>
          <p:cNvPr id="11" name="Slide Number Placeholder 10">
            <a:extLst>
              <a:ext uri="{FF2B5EF4-FFF2-40B4-BE49-F238E27FC236}">
                <a16:creationId xmlns:a16="http://schemas.microsoft.com/office/drawing/2014/main" id="{7FC4BB19-6AD1-45CF-9F99-00B109890FAB}"/>
              </a:ext>
            </a:extLst>
          </p:cNvPr>
          <p:cNvSpPr>
            <a:spLocks noGrp="1"/>
          </p:cNvSpPr>
          <p:nvPr>
            <p:ph type="sldNum" sz="quarter" idx="12"/>
          </p:nvPr>
        </p:nvSpPr>
        <p:spPr>
          <a:xfrm>
            <a:off x="7126853" y="4842687"/>
            <a:ext cx="710444" cy="273844"/>
          </a:xfrm>
        </p:spPr>
        <p:txBody>
          <a:body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1490272441"/>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92305" y="3520042"/>
            <a:ext cx="7444991" cy="425054"/>
          </a:xfrm>
        </p:spPr>
        <p:txBody>
          <a:bodyPr anchor="b">
            <a:normAutofit/>
          </a:bodyPr>
          <a:lstStyle>
            <a:lvl1pPr algn="l">
              <a:defRPr sz="1620" b="0">
                <a:solidFill>
                  <a:schemeClr val="tx1">
                    <a:lumMod val="75000"/>
                    <a:lumOff val="25000"/>
                  </a:schemeClr>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302277" y="481013"/>
            <a:ext cx="7621330" cy="2738437"/>
          </a:xfrm>
        </p:spPr>
        <p:txBody>
          <a:bodyPr anchor="t">
            <a:normAutofit/>
          </a:bodyPr>
          <a:lstStyle>
            <a:lvl1pPr marL="0" indent="0" algn="ctr">
              <a:buNone/>
              <a:defRPr sz="1080"/>
            </a:lvl1pPr>
            <a:lvl2pPr marL="308610" indent="0">
              <a:buNone/>
              <a:defRPr sz="1080"/>
            </a:lvl2pPr>
            <a:lvl3pPr marL="617220" indent="0">
              <a:buNone/>
              <a:defRPr sz="1080"/>
            </a:lvl3pPr>
            <a:lvl4pPr marL="925830" indent="0">
              <a:buNone/>
              <a:defRPr sz="1080"/>
            </a:lvl4pPr>
            <a:lvl5pPr marL="1234440" indent="0">
              <a:buNone/>
              <a:defRPr sz="1080"/>
            </a:lvl5pPr>
            <a:lvl6pPr marL="1543050" indent="0">
              <a:buNone/>
              <a:defRPr sz="1080"/>
            </a:lvl6pPr>
            <a:lvl7pPr marL="1851660" indent="0">
              <a:buNone/>
              <a:defRPr sz="1080"/>
            </a:lvl7pPr>
            <a:lvl8pPr marL="2160270" indent="0">
              <a:buNone/>
              <a:defRPr sz="1080"/>
            </a:lvl8pPr>
            <a:lvl9pPr marL="2468880" indent="0">
              <a:buNone/>
              <a:defRPr sz="1080"/>
            </a:lvl9pPr>
          </a:lstStyle>
          <a:p>
            <a:r>
              <a:rPr lang="en-US"/>
              <a:t>Click icon to add picture</a:t>
            </a:r>
            <a:endParaRPr lang="en-US" dirty="0"/>
          </a:p>
        </p:txBody>
      </p:sp>
      <p:sp>
        <p:nvSpPr>
          <p:cNvPr id="4" name="Text Placeholder 3"/>
          <p:cNvSpPr>
            <a:spLocks noGrp="1"/>
          </p:cNvSpPr>
          <p:nvPr>
            <p:ph type="body" sz="half" idx="2"/>
          </p:nvPr>
        </p:nvSpPr>
        <p:spPr>
          <a:xfrm>
            <a:off x="392305" y="3945095"/>
            <a:ext cx="7444991" cy="748611"/>
          </a:xfrm>
        </p:spPr>
        <p:txBody>
          <a:bodyPr anchor="t">
            <a:normAutofit/>
          </a:bodyPr>
          <a:lstStyle>
            <a:lvl1pPr marL="0" indent="0">
              <a:buNone/>
              <a:defRPr sz="1080"/>
            </a:lvl1pPr>
            <a:lvl2pPr marL="308610" indent="0">
              <a:buNone/>
              <a:defRPr sz="810"/>
            </a:lvl2pPr>
            <a:lvl3pPr marL="617220" indent="0">
              <a:buNone/>
              <a:defRPr sz="675"/>
            </a:lvl3pPr>
            <a:lvl4pPr marL="925830" indent="0">
              <a:buNone/>
              <a:defRPr sz="608"/>
            </a:lvl4pPr>
            <a:lvl5pPr marL="1234440" indent="0">
              <a:buNone/>
              <a:defRPr sz="608"/>
            </a:lvl5pPr>
            <a:lvl6pPr marL="1543050" indent="0">
              <a:buNone/>
              <a:defRPr sz="608"/>
            </a:lvl6pPr>
            <a:lvl7pPr marL="1851660" indent="0">
              <a:buNone/>
              <a:defRPr sz="608"/>
            </a:lvl7pPr>
            <a:lvl8pPr marL="2160270" indent="0">
              <a:buNone/>
              <a:defRPr sz="608"/>
            </a:lvl8pPr>
            <a:lvl9pPr marL="2468880" indent="0">
              <a:buNone/>
              <a:defRPr sz="608"/>
            </a:lvl9pPr>
          </a:lstStyle>
          <a:p>
            <a:pPr lvl="0"/>
            <a:r>
              <a:rPr lang="en-US"/>
              <a:t>Click to edit Master text styles</a:t>
            </a:r>
          </a:p>
        </p:txBody>
      </p:sp>
      <p:sp>
        <p:nvSpPr>
          <p:cNvPr id="5" name="Date Placeholder 4"/>
          <p:cNvSpPr>
            <a:spLocks noGrp="1"/>
          </p:cNvSpPr>
          <p:nvPr>
            <p:ph type="dt" sz="half" idx="10"/>
          </p:nvPr>
        </p:nvSpPr>
        <p:spPr/>
        <p:txBody>
          <a:bodyPr/>
          <a:lstStyle/>
          <a:p>
            <a:fld id="{7E18DB4A-8810-4A10-AD5C-D5E2C667F5B3}" type="datetime1">
              <a:rPr lang="en-US" smtClean="0"/>
              <a:t>9/22/2025</a:t>
            </a:fld>
            <a:endParaRPr lang="en-US" dirty="0"/>
          </a:p>
        </p:txBody>
      </p:sp>
      <p:sp>
        <p:nvSpPr>
          <p:cNvPr id="6" name="Footer Placeholder 5"/>
          <p:cNvSpPr>
            <a:spLocks noGrp="1"/>
          </p:cNvSpPr>
          <p:nvPr>
            <p:ph type="ftr" sz="quarter" idx="11"/>
          </p:nvPr>
        </p:nvSpPr>
        <p:spPr/>
        <p:txBody>
          <a:bodyPr/>
          <a:lstStyle/>
          <a:p>
            <a:pPr algn="l"/>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69130959"/>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9" name="Title 1"/>
          <p:cNvSpPr>
            <a:spLocks noGrp="1"/>
          </p:cNvSpPr>
          <p:nvPr>
            <p:ph type="title"/>
          </p:nvPr>
        </p:nvSpPr>
        <p:spPr>
          <a:xfrm>
            <a:off x="392305" y="526617"/>
            <a:ext cx="7444991" cy="760350"/>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lvl1pPr algn="l">
              <a:defRPr/>
            </a:lvl1pPr>
            <a:lvl2pPr algn="l">
              <a:defRPr/>
            </a:lvl2pPr>
            <a:lvl3pPr algn="l">
              <a:defRPr/>
            </a:lvl3pPr>
            <a:lvl4pPr algn="l">
              <a:defRPr/>
            </a:lvl4pPr>
            <a:lvl5pPr algn="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CED4963-E985-44C4-B8C4-FDD613B7C2F8}" type="datetime1">
              <a:rPr lang="en-US" smtClean="0"/>
              <a:t>9/22/2025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553756487"/>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a:spLocks noChangeAspect="1"/>
          </p:cNvSpPr>
          <p:nvPr/>
        </p:nvSpPr>
        <p:spPr>
          <a:xfrm>
            <a:off x="5439252" y="449794"/>
            <a:ext cx="2488938" cy="436271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2" name="Vertical Title 1"/>
          <p:cNvSpPr>
            <a:spLocks noGrp="1"/>
          </p:cNvSpPr>
          <p:nvPr>
            <p:ph type="title" orient="vert"/>
          </p:nvPr>
        </p:nvSpPr>
        <p:spPr>
          <a:xfrm>
            <a:off x="5537835" y="647700"/>
            <a:ext cx="2108835" cy="3605495"/>
          </a:xfrm>
        </p:spPr>
        <p:txBody>
          <a:bodyPr vert="eaVert" anchor="ctr"/>
          <a:lstStyle>
            <a:lvl1pPr>
              <a:defRPr>
                <a:solidFill>
                  <a:srgbClr val="FFFFFF"/>
                </a:solidFil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523073" y="647700"/>
            <a:ext cx="4834097" cy="3605495"/>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7">
            <a:extLst>
              <a:ext uri="{FF2B5EF4-FFF2-40B4-BE49-F238E27FC236}">
                <a16:creationId xmlns:a16="http://schemas.microsoft.com/office/drawing/2014/main" id="{F6423B97-A5D4-47B9-8861-73B3707A04CF}"/>
              </a:ext>
            </a:extLst>
          </p:cNvPr>
          <p:cNvSpPr/>
          <p:nvPr/>
        </p:nvSpPr>
        <p:spPr>
          <a:xfrm>
            <a:off x="301410" y="342900"/>
            <a:ext cx="2499741" cy="71248"/>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sp>
      <p:sp>
        <p:nvSpPr>
          <p:cNvPr id="9" name="Rectangle 8">
            <a:extLst>
              <a:ext uri="{FF2B5EF4-FFF2-40B4-BE49-F238E27FC236}">
                <a16:creationId xmlns:a16="http://schemas.microsoft.com/office/drawing/2014/main" id="{1AEC0421-37B4-4481-A10D-69FDF5EC7909}"/>
              </a:ext>
            </a:extLst>
          </p:cNvPr>
          <p:cNvSpPr/>
          <p:nvPr/>
        </p:nvSpPr>
        <p:spPr>
          <a:xfrm>
            <a:off x="5428449" y="340232"/>
            <a:ext cx="2499741" cy="73916"/>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sp>
      <p:sp>
        <p:nvSpPr>
          <p:cNvPr id="10" name="Rectangle 9">
            <a:extLst>
              <a:ext uri="{FF2B5EF4-FFF2-40B4-BE49-F238E27FC236}">
                <a16:creationId xmlns:a16="http://schemas.microsoft.com/office/drawing/2014/main" id="{5F7265B5-9F97-4F1E-99E9-74F7B7E62337}"/>
              </a:ext>
            </a:extLst>
          </p:cNvPr>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sp>
      <p:sp>
        <p:nvSpPr>
          <p:cNvPr id="11" name="Date Placeholder 10">
            <a:extLst>
              <a:ext uri="{FF2B5EF4-FFF2-40B4-BE49-F238E27FC236}">
                <a16:creationId xmlns:a16="http://schemas.microsoft.com/office/drawing/2014/main" id="{5C74A470-3BD3-4F33-80E5-67E6E87FCBE7}"/>
              </a:ext>
            </a:extLst>
          </p:cNvPr>
          <p:cNvSpPr>
            <a:spLocks noGrp="1"/>
          </p:cNvSpPr>
          <p:nvPr>
            <p:ph type="dt" sz="half" idx="10"/>
          </p:nvPr>
        </p:nvSpPr>
        <p:spPr/>
        <p:txBody>
          <a:bodyPr/>
          <a:lstStyle/>
          <a:p>
            <a:fld id="{ED291B17-9318-49DB-B28B-6E5994AE9581}" type="datetime1">
              <a:rPr lang="en-US" smtClean="0"/>
              <a:t>9/22/2025</a:t>
            </a:fld>
            <a:endParaRPr lang="en-US" dirty="0"/>
          </a:p>
        </p:txBody>
      </p:sp>
      <p:sp>
        <p:nvSpPr>
          <p:cNvPr id="12" name="Footer Placeholder 11">
            <a:extLst>
              <a:ext uri="{FF2B5EF4-FFF2-40B4-BE49-F238E27FC236}">
                <a16:creationId xmlns:a16="http://schemas.microsoft.com/office/drawing/2014/main" id="{9A3A30BA-DB50-4D7D-BCDE-17D20FB354DF}"/>
              </a:ext>
            </a:extLst>
          </p:cNvPr>
          <p:cNvSpPr>
            <a:spLocks noGrp="1"/>
          </p:cNvSpPr>
          <p:nvPr>
            <p:ph type="ftr" sz="quarter" idx="11"/>
          </p:nvPr>
        </p:nvSpPr>
        <p:spPr/>
        <p:txBody>
          <a:bodyPr/>
          <a:lstStyle/>
          <a:p>
            <a:endParaRPr lang="en-US" dirty="0"/>
          </a:p>
        </p:txBody>
      </p:sp>
      <p:sp>
        <p:nvSpPr>
          <p:cNvPr id="13" name="Slide Number Placeholder 12">
            <a:extLst>
              <a:ext uri="{FF2B5EF4-FFF2-40B4-BE49-F238E27FC236}">
                <a16:creationId xmlns:a16="http://schemas.microsoft.com/office/drawing/2014/main" id="{76FF9E58-C0B2-436B-A21C-DB45A00D6515}"/>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4256131041"/>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matchingName="Title and body 1" preserve="1">
  <p:cSld name="Title and body 1">
    <p:spTree>
      <p:nvGrpSpPr>
        <p:cNvPr id="1" name="Shape 11"/>
        <p:cNvGrpSpPr/>
        <p:nvPr/>
      </p:nvGrpSpPr>
      <p:grpSpPr>
        <a:xfrm>
          <a:off x="0" y="0"/>
          <a:ext cx="0" cy="0"/>
          <a:chOff x="0" y="0"/>
          <a:chExt cx="0" cy="0"/>
        </a:xfrm>
      </p:grpSpPr>
      <p:sp>
        <p:nvSpPr>
          <p:cNvPr id="12" name="Google Shape;12;p2"/>
          <p:cNvSpPr txBox="1">
            <a:spLocks noGrp="1"/>
          </p:cNvSpPr>
          <p:nvPr>
            <p:ph type="title"/>
          </p:nvPr>
        </p:nvSpPr>
        <p:spPr>
          <a:xfrm>
            <a:off x="280530" y="597425"/>
            <a:ext cx="7668540" cy="572700"/>
          </a:xfrm>
          <a:prstGeom prst="rect">
            <a:avLst/>
          </a:prstGeom>
        </p:spPr>
        <p:txBody>
          <a:bodyPr spcFirstLastPara="1" wrap="square" lIns="91425" tIns="91425" rIns="91425" bIns="91425" anchor="t" anchorCtr="0">
            <a:normAutofit/>
          </a:bodyPr>
          <a:lstStyle>
            <a:lvl1pPr lvl="0" rtl="0">
              <a:spcBef>
                <a:spcPts val="0"/>
              </a:spcBef>
              <a:spcAft>
                <a:spcPts val="0"/>
              </a:spcAft>
              <a:buSzPts val="2200"/>
              <a:buFont typeface="Arial Black"/>
              <a:buNone/>
              <a:defRPr>
                <a:latin typeface="Arial Black"/>
                <a:ea typeface="Arial Black"/>
                <a:cs typeface="Arial Black"/>
                <a:sym typeface="Arial Black"/>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r>
              <a:rPr lang="en-US"/>
              <a:t>Click to edit Master title style</a:t>
            </a:r>
            <a:endParaRPr/>
          </a:p>
        </p:txBody>
      </p:sp>
    </p:spTree>
    <p:extLst>
      <p:ext uri="{BB962C8B-B14F-4D97-AF65-F5344CB8AC3E}">
        <p14:creationId xmlns:p14="http://schemas.microsoft.com/office/powerpoint/2010/main" val="26064695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theme" Target="../theme/theme2.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1.xml"/><Relationship Id="rId3" Type="http://schemas.openxmlformats.org/officeDocument/2006/relationships/slideLayout" Target="../slideLayouts/slideLayout26.xml"/><Relationship Id="rId7" Type="http://schemas.openxmlformats.org/officeDocument/2006/relationships/slideLayout" Target="../slideLayouts/slideLayout30.xml"/><Relationship Id="rId12" Type="http://schemas.openxmlformats.org/officeDocument/2006/relationships/theme" Target="../theme/theme3.xml"/><Relationship Id="rId2" Type="http://schemas.openxmlformats.org/officeDocument/2006/relationships/slideLayout" Target="../slideLayouts/slideLayout25.xml"/><Relationship Id="rId1" Type="http://schemas.openxmlformats.org/officeDocument/2006/relationships/slideLayout" Target="../slideLayouts/slideLayout24.xml"/><Relationship Id="rId6" Type="http://schemas.openxmlformats.org/officeDocument/2006/relationships/slideLayout" Target="../slideLayouts/slideLayout29.xml"/><Relationship Id="rId11" Type="http://schemas.openxmlformats.org/officeDocument/2006/relationships/slideLayout" Target="../slideLayouts/slideLayout34.xml"/><Relationship Id="rId5" Type="http://schemas.openxmlformats.org/officeDocument/2006/relationships/slideLayout" Target="../slideLayouts/slideLayout28.xml"/><Relationship Id="rId10" Type="http://schemas.openxmlformats.org/officeDocument/2006/relationships/slideLayout" Target="../slideLayouts/slideLayout33.xml"/><Relationship Id="rId4" Type="http://schemas.openxmlformats.org/officeDocument/2006/relationships/slideLayout" Target="../slideLayouts/slideLayout27.xml"/><Relationship Id="rId9" Type="http://schemas.openxmlformats.org/officeDocument/2006/relationships/slideLayout" Target="../slideLayouts/slideLayout32.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42.xml"/><Relationship Id="rId13" Type="http://schemas.openxmlformats.org/officeDocument/2006/relationships/theme" Target="../theme/theme4.xml"/><Relationship Id="rId3" Type="http://schemas.openxmlformats.org/officeDocument/2006/relationships/slideLayout" Target="../slideLayouts/slideLayout37.xml"/><Relationship Id="rId7" Type="http://schemas.openxmlformats.org/officeDocument/2006/relationships/slideLayout" Target="../slideLayouts/slideLayout41.xml"/><Relationship Id="rId12" Type="http://schemas.openxmlformats.org/officeDocument/2006/relationships/slideLayout" Target="../slideLayouts/slideLayout46.xml"/><Relationship Id="rId2" Type="http://schemas.openxmlformats.org/officeDocument/2006/relationships/slideLayout" Target="../slideLayouts/slideLayout36.xml"/><Relationship Id="rId1" Type="http://schemas.openxmlformats.org/officeDocument/2006/relationships/slideLayout" Target="../slideLayouts/slideLayout35.xml"/><Relationship Id="rId6" Type="http://schemas.openxmlformats.org/officeDocument/2006/relationships/slideLayout" Target="../slideLayouts/slideLayout40.xml"/><Relationship Id="rId11" Type="http://schemas.openxmlformats.org/officeDocument/2006/relationships/slideLayout" Target="../slideLayouts/slideLayout45.xml"/><Relationship Id="rId5" Type="http://schemas.openxmlformats.org/officeDocument/2006/relationships/slideLayout" Target="../slideLayouts/slideLayout39.xml"/><Relationship Id="rId10" Type="http://schemas.openxmlformats.org/officeDocument/2006/relationships/slideLayout" Target="../slideLayouts/slideLayout44.xml"/><Relationship Id="rId4" Type="http://schemas.openxmlformats.org/officeDocument/2006/relationships/slideLayout" Target="../slideLayouts/slideLayout38.xml"/><Relationship Id="rId9" Type="http://schemas.openxmlformats.org/officeDocument/2006/relationships/slideLayout" Target="../slideLayouts/slideLayout43.xml"/></Relationships>
</file>

<file path=ppt/slideMasters/_rels/slideMaster5.xml.rels><?xml version="1.0" encoding="UTF-8" standalone="yes"?>
<Relationships xmlns="http://schemas.openxmlformats.org/package/2006/relationships"><Relationship Id="rId8" Type="http://schemas.openxmlformats.org/officeDocument/2006/relationships/slideLayout" Target="../slideLayouts/slideLayout54.xml"/><Relationship Id="rId13" Type="http://schemas.openxmlformats.org/officeDocument/2006/relationships/theme" Target="../theme/theme5.xml"/><Relationship Id="rId3" Type="http://schemas.openxmlformats.org/officeDocument/2006/relationships/slideLayout" Target="../slideLayouts/slideLayout49.xml"/><Relationship Id="rId7" Type="http://schemas.openxmlformats.org/officeDocument/2006/relationships/slideLayout" Target="../slideLayouts/slideLayout53.xml"/><Relationship Id="rId12" Type="http://schemas.openxmlformats.org/officeDocument/2006/relationships/slideLayout" Target="../slideLayouts/slideLayout58.xml"/><Relationship Id="rId2" Type="http://schemas.openxmlformats.org/officeDocument/2006/relationships/slideLayout" Target="../slideLayouts/slideLayout48.xml"/><Relationship Id="rId1" Type="http://schemas.openxmlformats.org/officeDocument/2006/relationships/slideLayout" Target="../slideLayouts/slideLayout47.xml"/><Relationship Id="rId6" Type="http://schemas.openxmlformats.org/officeDocument/2006/relationships/slideLayout" Target="../slideLayouts/slideLayout52.xml"/><Relationship Id="rId11" Type="http://schemas.openxmlformats.org/officeDocument/2006/relationships/slideLayout" Target="../slideLayouts/slideLayout57.xml"/><Relationship Id="rId5" Type="http://schemas.openxmlformats.org/officeDocument/2006/relationships/slideLayout" Target="../slideLayouts/slideLayout51.xml"/><Relationship Id="rId10" Type="http://schemas.openxmlformats.org/officeDocument/2006/relationships/slideLayout" Target="../slideLayouts/slideLayout56.xml"/><Relationship Id="rId4" Type="http://schemas.openxmlformats.org/officeDocument/2006/relationships/slideLayout" Target="../slideLayouts/slideLayout50.xml"/><Relationship Id="rId9" Type="http://schemas.openxmlformats.org/officeDocument/2006/relationships/slideLayout" Target="../slideLayouts/slideLayout55.xml"/></Relationships>
</file>

<file path=ppt/slideMasters/_rels/slideMaster6.xml.rels><?xml version="1.0" encoding="UTF-8" standalone="yes"?>
<Relationships xmlns="http://schemas.openxmlformats.org/package/2006/relationships"><Relationship Id="rId8" Type="http://schemas.openxmlformats.org/officeDocument/2006/relationships/slideLayout" Target="../slideLayouts/slideLayout66.xml"/><Relationship Id="rId3" Type="http://schemas.openxmlformats.org/officeDocument/2006/relationships/slideLayout" Target="../slideLayouts/slideLayout61.xml"/><Relationship Id="rId7" Type="http://schemas.openxmlformats.org/officeDocument/2006/relationships/slideLayout" Target="../slideLayouts/slideLayout65.xml"/><Relationship Id="rId12" Type="http://schemas.openxmlformats.org/officeDocument/2006/relationships/theme" Target="../theme/theme6.xml"/><Relationship Id="rId2" Type="http://schemas.openxmlformats.org/officeDocument/2006/relationships/slideLayout" Target="../slideLayouts/slideLayout60.xml"/><Relationship Id="rId1" Type="http://schemas.openxmlformats.org/officeDocument/2006/relationships/slideLayout" Target="../slideLayouts/slideLayout59.xml"/><Relationship Id="rId6" Type="http://schemas.openxmlformats.org/officeDocument/2006/relationships/slideLayout" Target="../slideLayouts/slideLayout64.xml"/><Relationship Id="rId11" Type="http://schemas.openxmlformats.org/officeDocument/2006/relationships/slideLayout" Target="../slideLayouts/slideLayout69.xml"/><Relationship Id="rId5" Type="http://schemas.openxmlformats.org/officeDocument/2006/relationships/slideLayout" Target="../slideLayouts/slideLayout63.xml"/><Relationship Id="rId10" Type="http://schemas.openxmlformats.org/officeDocument/2006/relationships/slideLayout" Target="../slideLayouts/slideLayout68.xml"/><Relationship Id="rId4" Type="http://schemas.openxmlformats.org/officeDocument/2006/relationships/slideLayout" Target="../slideLayouts/slideLayout62.xml"/><Relationship Id="rId9" Type="http://schemas.openxmlformats.org/officeDocument/2006/relationships/slideLayout" Target="../slideLayouts/slideLayout67.xml"/></Relationships>
</file>

<file path=ppt/slideMasters/_rels/slideMaster7.xml.rels><?xml version="1.0" encoding="UTF-8" standalone="yes"?>
<Relationships xmlns="http://schemas.openxmlformats.org/package/2006/relationships"><Relationship Id="rId8" Type="http://schemas.openxmlformats.org/officeDocument/2006/relationships/slideLayout" Target="../slideLayouts/slideLayout77.xml"/><Relationship Id="rId13" Type="http://schemas.openxmlformats.org/officeDocument/2006/relationships/theme" Target="../theme/theme7.xml"/><Relationship Id="rId3" Type="http://schemas.openxmlformats.org/officeDocument/2006/relationships/slideLayout" Target="../slideLayouts/slideLayout72.xml"/><Relationship Id="rId7" Type="http://schemas.openxmlformats.org/officeDocument/2006/relationships/slideLayout" Target="../slideLayouts/slideLayout76.xml"/><Relationship Id="rId12" Type="http://schemas.openxmlformats.org/officeDocument/2006/relationships/slideLayout" Target="../slideLayouts/slideLayout81.xml"/><Relationship Id="rId2" Type="http://schemas.openxmlformats.org/officeDocument/2006/relationships/slideLayout" Target="../slideLayouts/slideLayout71.xml"/><Relationship Id="rId1" Type="http://schemas.openxmlformats.org/officeDocument/2006/relationships/slideLayout" Target="../slideLayouts/slideLayout70.xml"/><Relationship Id="rId6" Type="http://schemas.openxmlformats.org/officeDocument/2006/relationships/slideLayout" Target="../slideLayouts/slideLayout75.xml"/><Relationship Id="rId11" Type="http://schemas.openxmlformats.org/officeDocument/2006/relationships/slideLayout" Target="../slideLayouts/slideLayout80.xml"/><Relationship Id="rId5" Type="http://schemas.openxmlformats.org/officeDocument/2006/relationships/slideLayout" Target="../slideLayouts/slideLayout74.xml"/><Relationship Id="rId10" Type="http://schemas.openxmlformats.org/officeDocument/2006/relationships/slideLayout" Target="../slideLayouts/slideLayout79.xml"/><Relationship Id="rId4" Type="http://schemas.openxmlformats.org/officeDocument/2006/relationships/slideLayout" Target="../slideLayouts/slideLayout73.xml"/><Relationship Id="rId9" Type="http://schemas.openxmlformats.org/officeDocument/2006/relationships/slideLayout" Target="../slideLayouts/slideLayout78.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92305" y="528843"/>
            <a:ext cx="7444991" cy="892166"/>
          </a:xfrm>
          <a:prstGeom prst="rect">
            <a:avLst/>
          </a:prstGeom>
        </p:spPr>
        <p:txBody>
          <a:bodyPr vert="horz" lIns="91440" tIns="45720" rIns="91440" bIns="45720" rtlCol="0" anchor="b">
            <a:normAutofit/>
          </a:bodyPr>
          <a:lstStyle/>
          <a:p>
            <a:r>
              <a:rPr lang="en-US" altLang="zh-CN"/>
              <a:t>Click to edit Master title style</a:t>
            </a:r>
            <a:endParaRPr lang="en-US" dirty="0"/>
          </a:p>
        </p:txBody>
      </p:sp>
      <p:sp>
        <p:nvSpPr>
          <p:cNvPr id="3" name="Text Placeholder 2"/>
          <p:cNvSpPr>
            <a:spLocks noGrp="1"/>
          </p:cNvSpPr>
          <p:nvPr>
            <p:ph type="body" idx="1"/>
          </p:nvPr>
        </p:nvSpPr>
        <p:spPr>
          <a:xfrm>
            <a:off x="392305" y="1752002"/>
            <a:ext cx="7444991" cy="2739035"/>
          </a:xfrm>
          <a:prstGeom prst="rect">
            <a:avLst/>
          </a:prstGeom>
        </p:spPr>
        <p:txBody>
          <a:bodyPr vert="horz" lIns="91440" tIns="45720" rIns="91440" bIns="45720" rtlCol="0" anchor="ct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2"/>
          </p:nvPr>
        </p:nvSpPr>
        <p:spPr>
          <a:xfrm>
            <a:off x="5134017" y="4817936"/>
            <a:ext cx="1920239"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78F82ABC-BB26-4212-BE76-C6A697540B8D}" type="datetime1">
              <a:rPr lang="en-US" smtClean="0"/>
              <a:t>9/22/2025</a:t>
            </a:fld>
            <a:endParaRPr lang="en-US"/>
          </a:p>
        </p:txBody>
      </p:sp>
      <p:sp>
        <p:nvSpPr>
          <p:cNvPr id="5" name="Footer Placeholder 4"/>
          <p:cNvSpPr>
            <a:spLocks noGrp="1"/>
          </p:cNvSpPr>
          <p:nvPr>
            <p:ph type="ftr" sz="quarter" idx="3"/>
          </p:nvPr>
        </p:nvSpPr>
        <p:spPr>
          <a:xfrm>
            <a:off x="392304" y="4817936"/>
            <a:ext cx="4669117" cy="273844"/>
          </a:xfrm>
          <a:prstGeom prst="rect">
            <a:avLst/>
          </a:prstGeom>
        </p:spPr>
        <p:txBody>
          <a:bodyPr vert="horz" lIns="91440" tIns="45720" rIns="91440" bIns="45720" rtlCol="0" anchor="ctr"/>
          <a:lstStyle>
            <a:lvl1pPr algn="l">
              <a:defRPr sz="608" cap="all">
                <a:solidFill>
                  <a:schemeClr val="tx1">
                    <a:lumMod val="75000"/>
                    <a:lumOff val="25000"/>
                  </a:schemeClr>
                </a:solidFill>
              </a:defRPr>
            </a:lvl1pPr>
          </a:lstStyle>
          <a:p>
            <a:endParaRPr lang="en-US"/>
          </a:p>
        </p:txBody>
      </p:sp>
      <p:sp>
        <p:nvSpPr>
          <p:cNvPr id="6" name="Slide Number Placeholder 5"/>
          <p:cNvSpPr>
            <a:spLocks noGrp="1"/>
          </p:cNvSpPr>
          <p:nvPr>
            <p:ph type="sldNum" sz="quarter" idx="4"/>
          </p:nvPr>
        </p:nvSpPr>
        <p:spPr>
          <a:xfrm>
            <a:off x="7126853" y="4817936"/>
            <a:ext cx="710444"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127DDC20-79C9-9647-820E-6D40A3D210C3}" type="slidenum">
              <a:rPr lang="en-US" smtClean="0"/>
              <a:pPr/>
              <a:t>‹#›</a:t>
            </a:fld>
            <a:endParaRPr lang="en-US"/>
          </a:p>
        </p:txBody>
      </p:sp>
      <p:sp>
        <p:nvSpPr>
          <p:cNvPr id="9" name="Rectangle 8"/>
          <p:cNvSpPr/>
          <p:nvPr/>
        </p:nvSpPr>
        <p:spPr>
          <a:xfrm>
            <a:off x="301410" y="342900"/>
            <a:ext cx="2499741" cy="71248"/>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10" name="Rectangle 9"/>
          <p:cNvSpPr/>
          <p:nvPr/>
        </p:nvSpPr>
        <p:spPr>
          <a:xfrm>
            <a:off x="5428449" y="340232"/>
            <a:ext cx="2499741" cy="73916"/>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11" name="Rectangle 10"/>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Tree>
    <p:extLst>
      <p:ext uri="{BB962C8B-B14F-4D97-AF65-F5344CB8AC3E}">
        <p14:creationId xmlns:p14="http://schemas.microsoft.com/office/powerpoint/2010/main" val="371866264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747" r:id="rId12"/>
  </p:sldLayoutIdLst>
  <p:hf hdr="0" ftr="0" dt="0"/>
  <p:txStyles>
    <p:title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065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215" kern="1200">
          <a:solidFill>
            <a:schemeClr val="tx1">
              <a:lumMod val="75000"/>
              <a:lumOff val="25000"/>
            </a:schemeClr>
          </a:solidFill>
          <a:latin typeface="+mn-lt"/>
          <a:ea typeface="+mn-ea"/>
          <a:cs typeface="+mn-cs"/>
        </a:defRPr>
      </a:lvl1pPr>
      <a:lvl2pPr marL="4252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080" kern="1200">
          <a:solidFill>
            <a:schemeClr val="tx1">
              <a:lumMod val="75000"/>
              <a:lumOff val="25000"/>
            </a:schemeClr>
          </a:solidFill>
          <a:latin typeface="+mn-lt"/>
          <a:ea typeface="+mn-ea"/>
          <a:cs typeface="+mn-cs"/>
        </a:defRPr>
      </a:lvl2pPr>
      <a:lvl3pPr marL="607500" indent="-1822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945" kern="1200">
          <a:solidFill>
            <a:schemeClr val="tx1">
              <a:lumMod val="75000"/>
              <a:lumOff val="25000"/>
            </a:schemeClr>
          </a:solidFill>
          <a:latin typeface="+mn-lt"/>
          <a:ea typeface="+mn-ea"/>
          <a:cs typeface="+mn-cs"/>
        </a:defRPr>
      </a:lvl3pPr>
      <a:lvl4pPr marL="838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4pPr>
      <a:lvl5pPr marL="1081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5pPr>
      <a:lvl6pPr marL="1282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6pPr>
      <a:lvl7pPr marL="1485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7pPr>
      <a:lvl8pPr marL="1687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8pPr>
      <a:lvl9pPr marL="1890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9pPr>
    </p:bodyStyle>
    <p:otherStyle>
      <a:defPPr>
        <a:defRPr lang="en-US"/>
      </a:defPPr>
      <a:lvl1pPr marL="0" algn="l" defTabSz="308610" rtl="0" eaLnBrk="1" latinLnBrk="0" hangingPunct="1">
        <a:defRPr sz="1215" kern="1200">
          <a:solidFill>
            <a:schemeClr val="tx1"/>
          </a:solidFill>
          <a:latin typeface="+mn-lt"/>
          <a:ea typeface="+mn-ea"/>
          <a:cs typeface="+mn-cs"/>
        </a:defRPr>
      </a:lvl1pPr>
      <a:lvl2pPr marL="308610" algn="l" defTabSz="308610" rtl="0" eaLnBrk="1" latinLnBrk="0" hangingPunct="1">
        <a:defRPr sz="1215" kern="1200">
          <a:solidFill>
            <a:schemeClr val="tx1"/>
          </a:solidFill>
          <a:latin typeface="+mn-lt"/>
          <a:ea typeface="+mn-ea"/>
          <a:cs typeface="+mn-cs"/>
        </a:defRPr>
      </a:lvl2pPr>
      <a:lvl3pPr marL="617220" algn="l" defTabSz="308610" rtl="0" eaLnBrk="1" latinLnBrk="0" hangingPunct="1">
        <a:defRPr sz="1215" kern="1200">
          <a:solidFill>
            <a:schemeClr val="tx1"/>
          </a:solidFill>
          <a:latin typeface="+mn-lt"/>
          <a:ea typeface="+mn-ea"/>
          <a:cs typeface="+mn-cs"/>
        </a:defRPr>
      </a:lvl3pPr>
      <a:lvl4pPr marL="925830" algn="l" defTabSz="308610" rtl="0" eaLnBrk="1" latinLnBrk="0" hangingPunct="1">
        <a:defRPr sz="1215" kern="1200">
          <a:solidFill>
            <a:schemeClr val="tx1"/>
          </a:solidFill>
          <a:latin typeface="+mn-lt"/>
          <a:ea typeface="+mn-ea"/>
          <a:cs typeface="+mn-cs"/>
        </a:defRPr>
      </a:lvl4pPr>
      <a:lvl5pPr marL="1234440" algn="l" defTabSz="308610" rtl="0" eaLnBrk="1" latinLnBrk="0" hangingPunct="1">
        <a:defRPr sz="1215" kern="1200">
          <a:solidFill>
            <a:schemeClr val="tx1"/>
          </a:solidFill>
          <a:latin typeface="+mn-lt"/>
          <a:ea typeface="+mn-ea"/>
          <a:cs typeface="+mn-cs"/>
        </a:defRPr>
      </a:lvl5pPr>
      <a:lvl6pPr marL="1543050" algn="l" defTabSz="308610" rtl="0" eaLnBrk="1" latinLnBrk="0" hangingPunct="1">
        <a:defRPr sz="1215" kern="1200">
          <a:solidFill>
            <a:schemeClr val="tx1"/>
          </a:solidFill>
          <a:latin typeface="+mn-lt"/>
          <a:ea typeface="+mn-ea"/>
          <a:cs typeface="+mn-cs"/>
        </a:defRPr>
      </a:lvl6pPr>
      <a:lvl7pPr marL="1851660" algn="l" defTabSz="308610" rtl="0" eaLnBrk="1" latinLnBrk="0" hangingPunct="1">
        <a:defRPr sz="1215" kern="1200">
          <a:solidFill>
            <a:schemeClr val="tx1"/>
          </a:solidFill>
          <a:latin typeface="+mn-lt"/>
          <a:ea typeface="+mn-ea"/>
          <a:cs typeface="+mn-cs"/>
        </a:defRPr>
      </a:lvl7pPr>
      <a:lvl8pPr marL="2160270" algn="l" defTabSz="308610" rtl="0" eaLnBrk="1" latinLnBrk="0" hangingPunct="1">
        <a:defRPr sz="1215" kern="1200">
          <a:solidFill>
            <a:schemeClr val="tx1"/>
          </a:solidFill>
          <a:latin typeface="+mn-lt"/>
          <a:ea typeface="+mn-ea"/>
          <a:cs typeface="+mn-cs"/>
        </a:defRPr>
      </a:lvl8pPr>
      <a:lvl9pPr marL="2468880" algn="l" defTabSz="308610" rtl="0" eaLnBrk="1" latinLnBrk="0" hangingPunct="1">
        <a:defRPr sz="1215"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92305" y="528843"/>
            <a:ext cx="7444991" cy="892166"/>
          </a:xfrm>
          <a:prstGeom prst="rect">
            <a:avLst/>
          </a:prstGeom>
        </p:spPr>
        <p:txBody>
          <a:bodyPr vert="horz" lIns="91440" tIns="45720" rIns="91440" bIns="45720" rtlCol="0" anchor="b">
            <a:normAutofit/>
          </a:bodyPr>
          <a:lstStyle/>
          <a:p>
            <a:r>
              <a:rPr lang="en-US" altLang="zh-CN"/>
              <a:t>Click to edit Master title style</a:t>
            </a:r>
            <a:endParaRPr lang="en-US" dirty="0"/>
          </a:p>
        </p:txBody>
      </p:sp>
      <p:sp>
        <p:nvSpPr>
          <p:cNvPr id="3" name="Text Placeholder 2"/>
          <p:cNvSpPr>
            <a:spLocks noGrp="1"/>
          </p:cNvSpPr>
          <p:nvPr>
            <p:ph type="body" idx="1"/>
          </p:nvPr>
        </p:nvSpPr>
        <p:spPr>
          <a:xfrm>
            <a:off x="392305" y="1752002"/>
            <a:ext cx="7444991" cy="2739035"/>
          </a:xfrm>
          <a:prstGeom prst="rect">
            <a:avLst/>
          </a:prstGeom>
        </p:spPr>
        <p:txBody>
          <a:bodyPr vert="horz" lIns="91440" tIns="45720" rIns="91440" bIns="45720" rtlCol="0" anchor="ct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2"/>
          </p:nvPr>
        </p:nvSpPr>
        <p:spPr>
          <a:xfrm>
            <a:off x="5134017" y="4817936"/>
            <a:ext cx="1920239"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61ED8BDC-014F-440E-B651-A3D5A758B980}" type="datetime1">
              <a:rPr lang="en-US" smtClean="0"/>
              <a:t>9/22/2025</a:t>
            </a:fld>
            <a:endParaRPr lang="en-US"/>
          </a:p>
        </p:txBody>
      </p:sp>
      <p:sp>
        <p:nvSpPr>
          <p:cNvPr id="5" name="Footer Placeholder 4"/>
          <p:cNvSpPr>
            <a:spLocks noGrp="1"/>
          </p:cNvSpPr>
          <p:nvPr>
            <p:ph type="ftr" sz="quarter" idx="3"/>
          </p:nvPr>
        </p:nvSpPr>
        <p:spPr>
          <a:xfrm>
            <a:off x="392304" y="4817936"/>
            <a:ext cx="4669117" cy="273844"/>
          </a:xfrm>
          <a:prstGeom prst="rect">
            <a:avLst/>
          </a:prstGeom>
        </p:spPr>
        <p:txBody>
          <a:bodyPr vert="horz" lIns="91440" tIns="45720" rIns="91440" bIns="45720" rtlCol="0" anchor="ctr"/>
          <a:lstStyle>
            <a:lvl1pPr algn="l">
              <a:defRPr sz="608" cap="all">
                <a:solidFill>
                  <a:schemeClr val="tx1">
                    <a:lumMod val="75000"/>
                    <a:lumOff val="25000"/>
                  </a:schemeClr>
                </a:solidFill>
              </a:defRPr>
            </a:lvl1pPr>
          </a:lstStyle>
          <a:p>
            <a:endParaRPr lang="en-US"/>
          </a:p>
        </p:txBody>
      </p:sp>
      <p:sp>
        <p:nvSpPr>
          <p:cNvPr id="6" name="Slide Number Placeholder 5"/>
          <p:cNvSpPr>
            <a:spLocks noGrp="1"/>
          </p:cNvSpPr>
          <p:nvPr>
            <p:ph type="sldNum" sz="quarter" idx="4"/>
          </p:nvPr>
        </p:nvSpPr>
        <p:spPr>
          <a:xfrm>
            <a:off x="7126853" y="4817936"/>
            <a:ext cx="710444"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127DDC20-79C9-9647-820E-6D40A3D210C3}" type="slidenum">
              <a:rPr lang="en-US" smtClean="0"/>
              <a:pPr/>
              <a:t>‹#›</a:t>
            </a:fld>
            <a:endParaRPr lang="en-US"/>
          </a:p>
        </p:txBody>
      </p:sp>
      <p:sp>
        <p:nvSpPr>
          <p:cNvPr id="9" name="Rectangle 8"/>
          <p:cNvSpPr/>
          <p:nvPr/>
        </p:nvSpPr>
        <p:spPr>
          <a:xfrm>
            <a:off x="301410" y="342900"/>
            <a:ext cx="2499741" cy="71248"/>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10" name="Rectangle 9"/>
          <p:cNvSpPr/>
          <p:nvPr/>
        </p:nvSpPr>
        <p:spPr>
          <a:xfrm>
            <a:off x="5428449" y="340232"/>
            <a:ext cx="2499741" cy="73916"/>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11" name="Rectangle 10"/>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Tree>
    <p:extLst>
      <p:ext uri="{BB962C8B-B14F-4D97-AF65-F5344CB8AC3E}">
        <p14:creationId xmlns:p14="http://schemas.microsoft.com/office/powerpoint/2010/main" val="1394019787"/>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hf hdr="0" ftr="0" dt="0"/>
  <p:txStyles>
    <p:title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065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215" kern="1200">
          <a:solidFill>
            <a:schemeClr val="tx1">
              <a:lumMod val="75000"/>
              <a:lumOff val="25000"/>
            </a:schemeClr>
          </a:solidFill>
          <a:latin typeface="+mn-lt"/>
          <a:ea typeface="+mn-ea"/>
          <a:cs typeface="+mn-cs"/>
        </a:defRPr>
      </a:lvl1pPr>
      <a:lvl2pPr marL="4252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080" kern="1200">
          <a:solidFill>
            <a:schemeClr val="tx1">
              <a:lumMod val="75000"/>
              <a:lumOff val="25000"/>
            </a:schemeClr>
          </a:solidFill>
          <a:latin typeface="+mn-lt"/>
          <a:ea typeface="+mn-ea"/>
          <a:cs typeface="+mn-cs"/>
        </a:defRPr>
      </a:lvl2pPr>
      <a:lvl3pPr marL="607500" indent="-1822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945" kern="1200">
          <a:solidFill>
            <a:schemeClr val="tx1">
              <a:lumMod val="75000"/>
              <a:lumOff val="25000"/>
            </a:schemeClr>
          </a:solidFill>
          <a:latin typeface="+mn-lt"/>
          <a:ea typeface="+mn-ea"/>
          <a:cs typeface="+mn-cs"/>
        </a:defRPr>
      </a:lvl3pPr>
      <a:lvl4pPr marL="838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4pPr>
      <a:lvl5pPr marL="1081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5pPr>
      <a:lvl6pPr marL="1282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6pPr>
      <a:lvl7pPr marL="1485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7pPr>
      <a:lvl8pPr marL="1687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8pPr>
      <a:lvl9pPr marL="1890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9pPr>
    </p:bodyStyle>
    <p:otherStyle>
      <a:defPPr>
        <a:defRPr lang="en-US"/>
      </a:defPPr>
      <a:lvl1pPr marL="0" algn="l" defTabSz="308610" rtl="0" eaLnBrk="1" latinLnBrk="0" hangingPunct="1">
        <a:defRPr sz="1215" kern="1200">
          <a:solidFill>
            <a:schemeClr val="tx1"/>
          </a:solidFill>
          <a:latin typeface="+mn-lt"/>
          <a:ea typeface="+mn-ea"/>
          <a:cs typeface="+mn-cs"/>
        </a:defRPr>
      </a:lvl1pPr>
      <a:lvl2pPr marL="308610" algn="l" defTabSz="308610" rtl="0" eaLnBrk="1" latinLnBrk="0" hangingPunct="1">
        <a:defRPr sz="1215" kern="1200">
          <a:solidFill>
            <a:schemeClr val="tx1"/>
          </a:solidFill>
          <a:latin typeface="+mn-lt"/>
          <a:ea typeface="+mn-ea"/>
          <a:cs typeface="+mn-cs"/>
        </a:defRPr>
      </a:lvl2pPr>
      <a:lvl3pPr marL="617220" algn="l" defTabSz="308610" rtl="0" eaLnBrk="1" latinLnBrk="0" hangingPunct="1">
        <a:defRPr sz="1215" kern="1200">
          <a:solidFill>
            <a:schemeClr val="tx1"/>
          </a:solidFill>
          <a:latin typeface="+mn-lt"/>
          <a:ea typeface="+mn-ea"/>
          <a:cs typeface="+mn-cs"/>
        </a:defRPr>
      </a:lvl3pPr>
      <a:lvl4pPr marL="925830" algn="l" defTabSz="308610" rtl="0" eaLnBrk="1" latinLnBrk="0" hangingPunct="1">
        <a:defRPr sz="1215" kern="1200">
          <a:solidFill>
            <a:schemeClr val="tx1"/>
          </a:solidFill>
          <a:latin typeface="+mn-lt"/>
          <a:ea typeface="+mn-ea"/>
          <a:cs typeface="+mn-cs"/>
        </a:defRPr>
      </a:lvl4pPr>
      <a:lvl5pPr marL="1234440" algn="l" defTabSz="308610" rtl="0" eaLnBrk="1" latinLnBrk="0" hangingPunct="1">
        <a:defRPr sz="1215" kern="1200">
          <a:solidFill>
            <a:schemeClr val="tx1"/>
          </a:solidFill>
          <a:latin typeface="+mn-lt"/>
          <a:ea typeface="+mn-ea"/>
          <a:cs typeface="+mn-cs"/>
        </a:defRPr>
      </a:lvl5pPr>
      <a:lvl6pPr marL="1543050" algn="l" defTabSz="308610" rtl="0" eaLnBrk="1" latinLnBrk="0" hangingPunct="1">
        <a:defRPr sz="1215" kern="1200">
          <a:solidFill>
            <a:schemeClr val="tx1"/>
          </a:solidFill>
          <a:latin typeface="+mn-lt"/>
          <a:ea typeface="+mn-ea"/>
          <a:cs typeface="+mn-cs"/>
        </a:defRPr>
      </a:lvl6pPr>
      <a:lvl7pPr marL="1851660" algn="l" defTabSz="308610" rtl="0" eaLnBrk="1" latinLnBrk="0" hangingPunct="1">
        <a:defRPr sz="1215" kern="1200">
          <a:solidFill>
            <a:schemeClr val="tx1"/>
          </a:solidFill>
          <a:latin typeface="+mn-lt"/>
          <a:ea typeface="+mn-ea"/>
          <a:cs typeface="+mn-cs"/>
        </a:defRPr>
      </a:lvl7pPr>
      <a:lvl8pPr marL="2160270" algn="l" defTabSz="308610" rtl="0" eaLnBrk="1" latinLnBrk="0" hangingPunct="1">
        <a:defRPr sz="1215" kern="1200">
          <a:solidFill>
            <a:schemeClr val="tx1"/>
          </a:solidFill>
          <a:latin typeface="+mn-lt"/>
          <a:ea typeface="+mn-ea"/>
          <a:cs typeface="+mn-cs"/>
        </a:defRPr>
      </a:lvl8pPr>
      <a:lvl9pPr marL="2468880" algn="l" defTabSz="308610" rtl="0" eaLnBrk="1" latinLnBrk="0" hangingPunct="1">
        <a:defRPr sz="1215"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92305" y="528843"/>
            <a:ext cx="7444991" cy="892166"/>
          </a:xfrm>
          <a:prstGeom prst="rect">
            <a:avLst/>
          </a:prstGeom>
        </p:spPr>
        <p:txBody>
          <a:bodyPr vert="horz" lIns="91440" tIns="45720" rIns="91440" bIns="45720" rtlCol="0" anchor="b">
            <a:normAutofit/>
          </a:bodyPr>
          <a:lstStyle/>
          <a:p>
            <a:r>
              <a:rPr lang="en-US" altLang="zh-CN"/>
              <a:t>Click to edit Master title style</a:t>
            </a:r>
            <a:endParaRPr lang="en-US" dirty="0"/>
          </a:p>
        </p:txBody>
      </p:sp>
      <p:sp>
        <p:nvSpPr>
          <p:cNvPr id="3" name="Text Placeholder 2"/>
          <p:cNvSpPr>
            <a:spLocks noGrp="1"/>
          </p:cNvSpPr>
          <p:nvPr>
            <p:ph type="body" idx="1"/>
          </p:nvPr>
        </p:nvSpPr>
        <p:spPr>
          <a:xfrm>
            <a:off x="392305" y="1752002"/>
            <a:ext cx="7444991" cy="2739035"/>
          </a:xfrm>
          <a:prstGeom prst="rect">
            <a:avLst/>
          </a:prstGeom>
        </p:spPr>
        <p:txBody>
          <a:bodyPr vert="horz" lIns="91440" tIns="45720" rIns="91440" bIns="45720" rtlCol="0" anchor="ct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2"/>
          </p:nvPr>
        </p:nvSpPr>
        <p:spPr>
          <a:xfrm>
            <a:off x="5134017" y="4817936"/>
            <a:ext cx="1920239"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8234BEC2-5A9D-42E1-9C16-1E9F257755B7}" type="datetime1">
              <a:rPr lang="en-US" smtClean="0"/>
              <a:t>9/22/2025</a:t>
            </a:fld>
            <a:endParaRPr lang="en-US"/>
          </a:p>
        </p:txBody>
      </p:sp>
      <p:sp>
        <p:nvSpPr>
          <p:cNvPr id="5" name="Footer Placeholder 4"/>
          <p:cNvSpPr>
            <a:spLocks noGrp="1"/>
          </p:cNvSpPr>
          <p:nvPr>
            <p:ph type="ftr" sz="quarter" idx="3"/>
          </p:nvPr>
        </p:nvSpPr>
        <p:spPr>
          <a:xfrm>
            <a:off x="392304" y="4817936"/>
            <a:ext cx="4669117" cy="273844"/>
          </a:xfrm>
          <a:prstGeom prst="rect">
            <a:avLst/>
          </a:prstGeom>
        </p:spPr>
        <p:txBody>
          <a:bodyPr vert="horz" lIns="91440" tIns="45720" rIns="91440" bIns="45720" rtlCol="0" anchor="ctr"/>
          <a:lstStyle>
            <a:lvl1pPr algn="l">
              <a:defRPr sz="608" cap="all">
                <a:solidFill>
                  <a:schemeClr val="tx1">
                    <a:lumMod val="75000"/>
                    <a:lumOff val="25000"/>
                  </a:schemeClr>
                </a:solidFill>
              </a:defRPr>
            </a:lvl1pPr>
          </a:lstStyle>
          <a:p>
            <a:endParaRPr lang="en-US"/>
          </a:p>
        </p:txBody>
      </p:sp>
      <p:sp>
        <p:nvSpPr>
          <p:cNvPr id="6" name="Slide Number Placeholder 5"/>
          <p:cNvSpPr>
            <a:spLocks noGrp="1"/>
          </p:cNvSpPr>
          <p:nvPr>
            <p:ph type="sldNum" sz="quarter" idx="4"/>
          </p:nvPr>
        </p:nvSpPr>
        <p:spPr>
          <a:xfrm>
            <a:off x="7126853" y="4817936"/>
            <a:ext cx="710444"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127DDC20-79C9-9647-820E-6D40A3D210C3}" type="slidenum">
              <a:rPr lang="en-US" smtClean="0"/>
              <a:pPr/>
              <a:t>‹#›</a:t>
            </a:fld>
            <a:endParaRPr lang="en-US"/>
          </a:p>
        </p:txBody>
      </p:sp>
      <p:sp>
        <p:nvSpPr>
          <p:cNvPr id="9" name="Rectangle 8"/>
          <p:cNvSpPr/>
          <p:nvPr/>
        </p:nvSpPr>
        <p:spPr>
          <a:xfrm>
            <a:off x="301410" y="342900"/>
            <a:ext cx="2499741" cy="71248"/>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10" name="Rectangle 9"/>
          <p:cNvSpPr/>
          <p:nvPr/>
        </p:nvSpPr>
        <p:spPr>
          <a:xfrm>
            <a:off x="5428449" y="340232"/>
            <a:ext cx="2499741" cy="73916"/>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11" name="Rectangle 10"/>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Tree>
    <p:extLst>
      <p:ext uri="{BB962C8B-B14F-4D97-AF65-F5344CB8AC3E}">
        <p14:creationId xmlns:p14="http://schemas.microsoft.com/office/powerpoint/2010/main" val="3950104828"/>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hf hdr="0" ftr="0" dt="0"/>
  <p:txStyles>
    <p:title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065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215" kern="1200">
          <a:solidFill>
            <a:schemeClr val="tx1">
              <a:lumMod val="75000"/>
              <a:lumOff val="25000"/>
            </a:schemeClr>
          </a:solidFill>
          <a:latin typeface="+mn-lt"/>
          <a:ea typeface="+mn-ea"/>
          <a:cs typeface="+mn-cs"/>
        </a:defRPr>
      </a:lvl1pPr>
      <a:lvl2pPr marL="4252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080" kern="1200">
          <a:solidFill>
            <a:schemeClr val="tx1">
              <a:lumMod val="75000"/>
              <a:lumOff val="25000"/>
            </a:schemeClr>
          </a:solidFill>
          <a:latin typeface="+mn-lt"/>
          <a:ea typeface="+mn-ea"/>
          <a:cs typeface="+mn-cs"/>
        </a:defRPr>
      </a:lvl2pPr>
      <a:lvl3pPr marL="607500" indent="-1822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945" kern="1200">
          <a:solidFill>
            <a:schemeClr val="tx1">
              <a:lumMod val="75000"/>
              <a:lumOff val="25000"/>
            </a:schemeClr>
          </a:solidFill>
          <a:latin typeface="+mn-lt"/>
          <a:ea typeface="+mn-ea"/>
          <a:cs typeface="+mn-cs"/>
        </a:defRPr>
      </a:lvl3pPr>
      <a:lvl4pPr marL="838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4pPr>
      <a:lvl5pPr marL="1081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5pPr>
      <a:lvl6pPr marL="1282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6pPr>
      <a:lvl7pPr marL="1485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7pPr>
      <a:lvl8pPr marL="1687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8pPr>
      <a:lvl9pPr marL="1890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9pPr>
    </p:bodyStyle>
    <p:otherStyle>
      <a:defPPr>
        <a:defRPr lang="en-US"/>
      </a:defPPr>
      <a:lvl1pPr marL="0" algn="l" defTabSz="308610" rtl="0" eaLnBrk="1" latinLnBrk="0" hangingPunct="1">
        <a:defRPr sz="1215" kern="1200">
          <a:solidFill>
            <a:schemeClr val="tx1"/>
          </a:solidFill>
          <a:latin typeface="+mn-lt"/>
          <a:ea typeface="+mn-ea"/>
          <a:cs typeface="+mn-cs"/>
        </a:defRPr>
      </a:lvl1pPr>
      <a:lvl2pPr marL="308610" algn="l" defTabSz="308610" rtl="0" eaLnBrk="1" latinLnBrk="0" hangingPunct="1">
        <a:defRPr sz="1215" kern="1200">
          <a:solidFill>
            <a:schemeClr val="tx1"/>
          </a:solidFill>
          <a:latin typeface="+mn-lt"/>
          <a:ea typeface="+mn-ea"/>
          <a:cs typeface="+mn-cs"/>
        </a:defRPr>
      </a:lvl2pPr>
      <a:lvl3pPr marL="617220" algn="l" defTabSz="308610" rtl="0" eaLnBrk="1" latinLnBrk="0" hangingPunct="1">
        <a:defRPr sz="1215" kern="1200">
          <a:solidFill>
            <a:schemeClr val="tx1"/>
          </a:solidFill>
          <a:latin typeface="+mn-lt"/>
          <a:ea typeface="+mn-ea"/>
          <a:cs typeface="+mn-cs"/>
        </a:defRPr>
      </a:lvl3pPr>
      <a:lvl4pPr marL="925830" algn="l" defTabSz="308610" rtl="0" eaLnBrk="1" latinLnBrk="0" hangingPunct="1">
        <a:defRPr sz="1215" kern="1200">
          <a:solidFill>
            <a:schemeClr val="tx1"/>
          </a:solidFill>
          <a:latin typeface="+mn-lt"/>
          <a:ea typeface="+mn-ea"/>
          <a:cs typeface="+mn-cs"/>
        </a:defRPr>
      </a:lvl4pPr>
      <a:lvl5pPr marL="1234440" algn="l" defTabSz="308610" rtl="0" eaLnBrk="1" latinLnBrk="0" hangingPunct="1">
        <a:defRPr sz="1215" kern="1200">
          <a:solidFill>
            <a:schemeClr val="tx1"/>
          </a:solidFill>
          <a:latin typeface="+mn-lt"/>
          <a:ea typeface="+mn-ea"/>
          <a:cs typeface="+mn-cs"/>
        </a:defRPr>
      </a:lvl5pPr>
      <a:lvl6pPr marL="1543050" algn="l" defTabSz="308610" rtl="0" eaLnBrk="1" latinLnBrk="0" hangingPunct="1">
        <a:defRPr sz="1215" kern="1200">
          <a:solidFill>
            <a:schemeClr val="tx1"/>
          </a:solidFill>
          <a:latin typeface="+mn-lt"/>
          <a:ea typeface="+mn-ea"/>
          <a:cs typeface="+mn-cs"/>
        </a:defRPr>
      </a:lvl6pPr>
      <a:lvl7pPr marL="1851660" algn="l" defTabSz="308610" rtl="0" eaLnBrk="1" latinLnBrk="0" hangingPunct="1">
        <a:defRPr sz="1215" kern="1200">
          <a:solidFill>
            <a:schemeClr val="tx1"/>
          </a:solidFill>
          <a:latin typeface="+mn-lt"/>
          <a:ea typeface="+mn-ea"/>
          <a:cs typeface="+mn-cs"/>
        </a:defRPr>
      </a:lvl7pPr>
      <a:lvl8pPr marL="2160270" algn="l" defTabSz="308610" rtl="0" eaLnBrk="1" latinLnBrk="0" hangingPunct="1">
        <a:defRPr sz="1215" kern="1200">
          <a:solidFill>
            <a:schemeClr val="tx1"/>
          </a:solidFill>
          <a:latin typeface="+mn-lt"/>
          <a:ea typeface="+mn-ea"/>
          <a:cs typeface="+mn-cs"/>
        </a:defRPr>
      </a:lvl8pPr>
      <a:lvl9pPr marL="2468880" algn="l" defTabSz="308610" rtl="0" eaLnBrk="1" latinLnBrk="0" hangingPunct="1">
        <a:defRPr sz="1215"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92305" y="528843"/>
            <a:ext cx="7444991" cy="892166"/>
          </a:xfrm>
          <a:prstGeom prst="rect">
            <a:avLst/>
          </a:prstGeom>
        </p:spPr>
        <p:txBody>
          <a:bodyPr vert="horz" lIns="91440" tIns="45720" rIns="91440" bIns="45720" rtlCol="0" anchor="b">
            <a:normAutofit/>
          </a:bodyPr>
          <a:lstStyle/>
          <a:p>
            <a:r>
              <a:rPr lang="en-US" altLang="zh-CN"/>
              <a:t>Click to edit Master title style</a:t>
            </a:r>
            <a:endParaRPr lang="en-US" dirty="0"/>
          </a:p>
        </p:txBody>
      </p:sp>
      <p:sp>
        <p:nvSpPr>
          <p:cNvPr id="3" name="Text Placeholder 2"/>
          <p:cNvSpPr>
            <a:spLocks noGrp="1"/>
          </p:cNvSpPr>
          <p:nvPr>
            <p:ph type="body" idx="1"/>
          </p:nvPr>
        </p:nvSpPr>
        <p:spPr>
          <a:xfrm>
            <a:off x="392305" y="1752002"/>
            <a:ext cx="7444991" cy="2739035"/>
          </a:xfrm>
          <a:prstGeom prst="rect">
            <a:avLst/>
          </a:prstGeom>
        </p:spPr>
        <p:txBody>
          <a:bodyPr vert="horz" lIns="91440" tIns="45720" rIns="91440" bIns="45720" rtlCol="0" anchor="ct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2"/>
          </p:nvPr>
        </p:nvSpPr>
        <p:spPr>
          <a:xfrm>
            <a:off x="5134017" y="4817936"/>
            <a:ext cx="1920239"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ED291B17-9318-49DB-B28B-6E5994AE9581}" type="datetime1">
              <a:rPr lang="en-US" smtClean="0"/>
              <a:t>9/22/2025</a:t>
            </a:fld>
            <a:endParaRPr lang="en-US" dirty="0"/>
          </a:p>
        </p:txBody>
      </p:sp>
      <p:sp>
        <p:nvSpPr>
          <p:cNvPr id="5" name="Footer Placeholder 4"/>
          <p:cNvSpPr>
            <a:spLocks noGrp="1"/>
          </p:cNvSpPr>
          <p:nvPr>
            <p:ph type="ftr" sz="quarter" idx="3"/>
          </p:nvPr>
        </p:nvSpPr>
        <p:spPr>
          <a:xfrm>
            <a:off x="392304" y="4817936"/>
            <a:ext cx="4669117" cy="273844"/>
          </a:xfrm>
          <a:prstGeom prst="rect">
            <a:avLst/>
          </a:prstGeom>
        </p:spPr>
        <p:txBody>
          <a:bodyPr vert="horz" lIns="91440" tIns="45720" rIns="91440" bIns="45720" rtlCol="0" anchor="ctr"/>
          <a:lstStyle>
            <a:lvl1pPr algn="l">
              <a:defRPr sz="608" cap="all">
                <a:solidFill>
                  <a:schemeClr val="tx1">
                    <a:lumMod val="75000"/>
                    <a:lumOff val="25000"/>
                  </a:schemeClr>
                </a:solidFill>
              </a:defRPr>
            </a:lvl1pPr>
          </a:lstStyle>
          <a:p>
            <a:endParaRPr lang="en-US" dirty="0"/>
          </a:p>
        </p:txBody>
      </p:sp>
      <p:sp>
        <p:nvSpPr>
          <p:cNvPr id="6" name="Slide Number Placeholder 5"/>
          <p:cNvSpPr>
            <a:spLocks noGrp="1"/>
          </p:cNvSpPr>
          <p:nvPr>
            <p:ph type="sldNum" sz="quarter" idx="4"/>
          </p:nvPr>
        </p:nvSpPr>
        <p:spPr>
          <a:xfrm>
            <a:off x="7126853" y="4817936"/>
            <a:ext cx="710444"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3A98EE3D-8CD1-4C3F-BD1C-C98C9596463C}" type="slidenum">
              <a:rPr lang="en-US" smtClean="0"/>
              <a:t>‹#›</a:t>
            </a:fld>
            <a:endParaRPr lang="en-US" dirty="0"/>
          </a:p>
        </p:txBody>
      </p:sp>
      <p:sp>
        <p:nvSpPr>
          <p:cNvPr id="9" name="Rectangle 8"/>
          <p:cNvSpPr/>
          <p:nvPr/>
        </p:nvSpPr>
        <p:spPr>
          <a:xfrm>
            <a:off x="301410" y="342900"/>
            <a:ext cx="2499741" cy="71248"/>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10" name="Rectangle 9"/>
          <p:cNvSpPr/>
          <p:nvPr/>
        </p:nvSpPr>
        <p:spPr>
          <a:xfrm>
            <a:off x="5428449" y="340232"/>
            <a:ext cx="2499741" cy="73916"/>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11" name="Rectangle 10"/>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Tree>
    <p:extLst>
      <p:ext uri="{BB962C8B-B14F-4D97-AF65-F5344CB8AC3E}">
        <p14:creationId xmlns:p14="http://schemas.microsoft.com/office/powerpoint/2010/main" val="2242641394"/>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 id="2147483708" r:id="rId12"/>
  </p:sldLayoutIdLst>
  <p:hf sldNum="0" hdr="0" ftr="0" dt="0"/>
  <p:txStyles>
    <p:title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065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215" kern="1200">
          <a:solidFill>
            <a:schemeClr val="tx1">
              <a:lumMod val="75000"/>
              <a:lumOff val="25000"/>
            </a:schemeClr>
          </a:solidFill>
          <a:latin typeface="+mn-lt"/>
          <a:ea typeface="+mn-ea"/>
          <a:cs typeface="+mn-cs"/>
        </a:defRPr>
      </a:lvl1pPr>
      <a:lvl2pPr marL="4252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080" kern="1200">
          <a:solidFill>
            <a:schemeClr val="tx1">
              <a:lumMod val="75000"/>
              <a:lumOff val="25000"/>
            </a:schemeClr>
          </a:solidFill>
          <a:latin typeface="+mn-lt"/>
          <a:ea typeface="+mn-ea"/>
          <a:cs typeface="+mn-cs"/>
        </a:defRPr>
      </a:lvl2pPr>
      <a:lvl3pPr marL="607500" indent="-1822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945" kern="1200">
          <a:solidFill>
            <a:schemeClr val="tx1">
              <a:lumMod val="75000"/>
              <a:lumOff val="25000"/>
            </a:schemeClr>
          </a:solidFill>
          <a:latin typeface="+mn-lt"/>
          <a:ea typeface="+mn-ea"/>
          <a:cs typeface="+mn-cs"/>
        </a:defRPr>
      </a:lvl3pPr>
      <a:lvl4pPr marL="838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4pPr>
      <a:lvl5pPr marL="1081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5pPr>
      <a:lvl6pPr marL="1282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6pPr>
      <a:lvl7pPr marL="1485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7pPr>
      <a:lvl8pPr marL="1687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8pPr>
      <a:lvl9pPr marL="1890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9pPr>
    </p:bodyStyle>
    <p:otherStyle>
      <a:defPPr>
        <a:defRPr lang="en-US"/>
      </a:defPPr>
      <a:lvl1pPr marL="0" algn="l" defTabSz="308610" rtl="0" eaLnBrk="1" latinLnBrk="0" hangingPunct="1">
        <a:defRPr sz="1215" kern="1200">
          <a:solidFill>
            <a:schemeClr val="tx1"/>
          </a:solidFill>
          <a:latin typeface="+mn-lt"/>
          <a:ea typeface="+mn-ea"/>
          <a:cs typeface="+mn-cs"/>
        </a:defRPr>
      </a:lvl1pPr>
      <a:lvl2pPr marL="308610" algn="l" defTabSz="308610" rtl="0" eaLnBrk="1" latinLnBrk="0" hangingPunct="1">
        <a:defRPr sz="1215" kern="1200">
          <a:solidFill>
            <a:schemeClr val="tx1"/>
          </a:solidFill>
          <a:latin typeface="+mn-lt"/>
          <a:ea typeface="+mn-ea"/>
          <a:cs typeface="+mn-cs"/>
        </a:defRPr>
      </a:lvl2pPr>
      <a:lvl3pPr marL="617220" algn="l" defTabSz="308610" rtl="0" eaLnBrk="1" latinLnBrk="0" hangingPunct="1">
        <a:defRPr sz="1215" kern="1200">
          <a:solidFill>
            <a:schemeClr val="tx1"/>
          </a:solidFill>
          <a:latin typeface="+mn-lt"/>
          <a:ea typeface="+mn-ea"/>
          <a:cs typeface="+mn-cs"/>
        </a:defRPr>
      </a:lvl3pPr>
      <a:lvl4pPr marL="925830" algn="l" defTabSz="308610" rtl="0" eaLnBrk="1" latinLnBrk="0" hangingPunct="1">
        <a:defRPr sz="1215" kern="1200">
          <a:solidFill>
            <a:schemeClr val="tx1"/>
          </a:solidFill>
          <a:latin typeface="+mn-lt"/>
          <a:ea typeface="+mn-ea"/>
          <a:cs typeface="+mn-cs"/>
        </a:defRPr>
      </a:lvl4pPr>
      <a:lvl5pPr marL="1234440" algn="l" defTabSz="308610" rtl="0" eaLnBrk="1" latinLnBrk="0" hangingPunct="1">
        <a:defRPr sz="1215" kern="1200">
          <a:solidFill>
            <a:schemeClr val="tx1"/>
          </a:solidFill>
          <a:latin typeface="+mn-lt"/>
          <a:ea typeface="+mn-ea"/>
          <a:cs typeface="+mn-cs"/>
        </a:defRPr>
      </a:lvl5pPr>
      <a:lvl6pPr marL="1543050" algn="l" defTabSz="308610" rtl="0" eaLnBrk="1" latinLnBrk="0" hangingPunct="1">
        <a:defRPr sz="1215" kern="1200">
          <a:solidFill>
            <a:schemeClr val="tx1"/>
          </a:solidFill>
          <a:latin typeface="+mn-lt"/>
          <a:ea typeface="+mn-ea"/>
          <a:cs typeface="+mn-cs"/>
        </a:defRPr>
      </a:lvl6pPr>
      <a:lvl7pPr marL="1851660" algn="l" defTabSz="308610" rtl="0" eaLnBrk="1" latinLnBrk="0" hangingPunct="1">
        <a:defRPr sz="1215" kern="1200">
          <a:solidFill>
            <a:schemeClr val="tx1"/>
          </a:solidFill>
          <a:latin typeface="+mn-lt"/>
          <a:ea typeface="+mn-ea"/>
          <a:cs typeface="+mn-cs"/>
        </a:defRPr>
      </a:lvl7pPr>
      <a:lvl8pPr marL="2160270" algn="l" defTabSz="308610" rtl="0" eaLnBrk="1" latinLnBrk="0" hangingPunct="1">
        <a:defRPr sz="1215" kern="1200">
          <a:solidFill>
            <a:schemeClr val="tx1"/>
          </a:solidFill>
          <a:latin typeface="+mn-lt"/>
          <a:ea typeface="+mn-ea"/>
          <a:cs typeface="+mn-cs"/>
        </a:defRPr>
      </a:lvl8pPr>
      <a:lvl9pPr marL="2468880" algn="l" defTabSz="308610" rtl="0" eaLnBrk="1" latinLnBrk="0" hangingPunct="1">
        <a:defRPr sz="1215"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92305" y="528843"/>
            <a:ext cx="7444991" cy="892166"/>
          </a:xfrm>
          <a:prstGeom prst="rect">
            <a:avLst/>
          </a:prstGeom>
        </p:spPr>
        <p:txBody>
          <a:bodyPr vert="horz" lIns="91440" tIns="45720" rIns="91440" bIns="45720" rtlCol="0" anchor="b">
            <a:normAutofit/>
          </a:bodyPr>
          <a:lstStyle/>
          <a:p>
            <a:r>
              <a:rPr lang="en-US" altLang="zh-CN"/>
              <a:t>Click to edit Master title style</a:t>
            </a:r>
            <a:endParaRPr lang="en-US" dirty="0"/>
          </a:p>
        </p:txBody>
      </p:sp>
      <p:sp>
        <p:nvSpPr>
          <p:cNvPr id="3" name="Text Placeholder 2"/>
          <p:cNvSpPr>
            <a:spLocks noGrp="1"/>
          </p:cNvSpPr>
          <p:nvPr>
            <p:ph type="body" idx="1"/>
          </p:nvPr>
        </p:nvSpPr>
        <p:spPr>
          <a:xfrm>
            <a:off x="392305" y="1752002"/>
            <a:ext cx="7444991" cy="2739035"/>
          </a:xfrm>
          <a:prstGeom prst="rect">
            <a:avLst/>
          </a:prstGeom>
        </p:spPr>
        <p:txBody>
          <a:bodyPr vert="horz" lIns="91440" tIns="45720" rIns="91440" bIns="45720" rtlCol="0" anchor="ct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2"/>
          </p:nvPr>
        </p:nvSpPr>
        <p:spPr>
          <a:xfrm>
            <a:off x="5134017" y="4817936"/>
            <a:ext cx="1920239"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ED291B17-9318-49DB-B28B-6E5994AE9581}" type="datetime1">
              <a:rPr lang="en-US" smtClean="0"/>
              <a:t>9/22/2025</a:t>
            </a:fld>
            <a:endParaRPr lang="en-US" dirty="0"/>
          </a:p>
        </p:txBody>
      </p:sp>
      <p:sp>
        <p:nvSpPr>
          <p:cNvPr id="5" name="Footer Placeholder 4"/>
          <p:cNvSpPr>
            <a:spLocks noGrp="1"/>
          </p:cNvSpPr>
          <p:nvPr>
            <p:ph type="ftr" sz="quarter" idx="3"/>
          </p:nvPr>
        </p:nvSpPr>
        <p:spPr>
          <a:xfrm>
            <a:off x="392304" y="4817936"/>
            <a:ext cx="4669117" cy="273844"/>
          </a:xfrm>
          <a:prstGeom prst="rect">
            <a:avLst/>
          </a:prstGeom>
        </p:spPr>
        <p:txBody>
          <a:bodyPr vert="horz" lIns="91440" tIns="45720" rIns="91440" bIns="45720" rtlCol="0" anchor="ctr"/>
          <a:lstStyle>
            <a:lvl1pPr algn="l">
              <a:defRPr sz="608" cap="all">
                <a:solidFill>
                  <a:schemeClr val="tx1">
                    <a:lumMod val="75000"/>
                    <a:lumOff val="25000"/>
                  </a:schemeClr>
                </a:solidFill>
              </a:defRPr>
            </a:lvl1pPr>
          </a:lstStyle>
          <a:p>
            <a:endParaRPr lang="en-US" dirty="0"/>
          </a:p>
        </p:txBody>
      </p:sp>
      <p:sp>
        <p:nvSpPr>
          <p:cNvPr id="6" name="Slide Number Placeholder 5"/>
          <p:cNvSpPr>
            <a:spLocks noGrp="1"/>
          </p:cNvSpPr>
          <p:nvPr>
            <p:ph type="sldNum" sz="quarter" idx="4"/>
          </p:nvPr>
        </p:nvSpPr>
        <p:spPr>
          <a:xfrm>
            <a:off x="7126853" y="4817936"/>
            <a:ext cx="710444"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3A98EE3D-8CD1-4C3F-BD1C-C98C9596463C}" type="slidenum">
              <a:rPr lang="en-US" smtClean="0"/>
              <a:t>‹#›</a:t>
            </a:fld>
            <a:endParaRPr lang="en-US" dirty="0"/>
          </a:p>
        </p:txBody>
      </p:sp>
      <p:sp>
        <p:nvSpPr>
          <p:cNvPr id="9" name="Rectangle 8"/>
          <p:cNvSpPr/>
          <p:nvPr/>
        </p:nvSpPr>
        <p:spPr>
          <a:xfrm>
            <a:off x="301410" y="342900"/>
            <a:ext cx="2499741" cy="71248"/>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10" name="Rectangle 9"/>
          <p:cNvSpPr/>
          <p:nvPr/>
        </p:nvSpPr>
        <p:spPr>
          <a:xfrm>
            <a:off x="5428449" y="340232"/>
            <a:ext cx="2499741" cy="73916"/>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11" name="Rectangle 10"/>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Tree>
    <p:extLst>
      <p:ext uri="{BB962C8B-B14F-4D97-AF65-F5344CB8AC3E}">
        <p14:creationId xmlns:p14="http://schemas.microsoft.com/office/powerpoint/2010/main" val="3674963186"/>
      </p:ext>
    </p:extLst>
  </p:cSld>
  <p:clrMap bg1="lt1" tx1="dk1" bg2="lt2" tx2="dk2" accent1="accent1" accent2="accent2" accent3="accent3" accent4="accent4" accent5="accent5" accent6="accent6" hlink="hlink" folHlink="folHlink"/>
  <p:sldLayoutIdLst>
    <p:sldLayoutId id="2147483710" r:id="rId1"/>
    <p:sldLayoutId id="2147483711" r:id="rId2"/>
    <p:sldLayoutId id="2147483712" r:id="rId3"/>
    <p:sldLayoutId id="2147483713" r:id="rId4"/>
    <p:sldLayoutId id="2147483714" r:id="rId5"/>
    <p:sldLayoutId id="2147483715" r:id="rId6"/>
    <p:sldLayoutId id="2147483716" r:id="rId7"/>
    <p:sldLayoutId id="2147483717" r:id="rId8"/>
    <p:sldLayoutId id="2147483718" r:id="rId9"/>
    <p:sldLayoutId id="2147483719" r:id="rId10"/>
    <p:sldLayoutId id="2147483720" r:id="rId11"/>
    <p:sldLayoutId id="2147483721" r:id="rId12"/>
  </p:sldLayoutIdLst>
  <p:hf sldNum="0" hdr="0" ftr="0" dt="0"/>
  <p:txStyles>
    <p:title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065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215" kern="1200">
          <a:solidFill>
            <a:schemeClr val="tx1">
              <a:lumMod val="75000"/>
              <a:lumOff val="25000"/>
            </a:schemeClr>
          </a:solidFill>
          <a:latin typeface="+mn-lt"/>
          <a:ea typeface="+mn-ea"/>
          <a:cs typeface="+mn-cs"/>
        </a:defRPr>
      </a:lvl1pPr>
      <a:lvl2pPr marL="4252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080" kern="1200">
          <a:solidFill>
            <a:schemeClr val="tx1">
              <a:lumMod val="75000"/>
              <a:lumOff val="25000"/>
            </a:schemeClr>
          </a:solidFill>
          <a:latin typeface="+mn-lt"/>
          <a:ea typeface="+mn-ea"/>
          <a:cs typeface="+mn-cs"/>
        </a:defRPr>
      </a:lvl2pPr>
      <a:lvl3pPr marL="607500" indent="-1822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945" kern="1200">
          <a:solidFill>
            <a:schemeClr val="tx1">
              <a:lumMod val="75000"/>
              <a:lumOff val="25000"/>
            </a:schemeClr>
          </a:solidFill>
          <a:latin typeface="+mn-lt"/>
          <a:ea typeface="+mn-ea"/>
          <a:cs typeface="+mn-cs"/>
        </a:defRPr>
      </a:lvl3pPr>
      <a:lvl4pPr marL="838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4pPr>
      <a:lvl5pPr marL="1081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5pPr>
      <a:lvl6pPr marL="1282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6pPr>
      <a:lvl7pPr marL="1485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7pPr>
      <a:lvl8pPr marL="1687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8pPr>
      <a:lvl9pPr marL="1890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9pPr>
    </p:bodyStyle>
    <p:otherStyle>
      <a:defPPr>
        <a:defRPr lang="en-US"/>
      </a:defPPr>
      <a:lvl1pPr marL="0" algn="l" defTabSz="308610" rtl="0" eaLnBrk="1" latinLnBrk="0" hangingPunct="1">
        <a:defRPr sz="1215" kern="1200">
          <a:solidFill>
            <a:schemeClr val="tx1"/>
          </a:solidFill>
          <a:latin typeface="+mn-lt"/>
          <a:ea typeface="+mn-ea"/>
          <a:cs typeface="+mn-cs"/>
        </a:defRPr>
      </a:lvl1pPr>
      <a:lvl2pPr marL="308610" algn="l" defTabSz="308610" rtl="0" eaLnBrk="1" latinLnBrk="0" hangingPunct="1">
        <a:defRPr sz="1215" kern="1200">
          <a:solidFill>
            <a:schemeClr val="tx1"/>
          </a:solidFill>
          <a:latin typeface="+mn-lt"/>
          <a:ea typeface="+mn-ea"/>
          <a:cs typeface="+mn-cs"/>
        </a:defRPr>
      </a:lvl2pPr>
      <a:lvl3pPr marL="617220" algn="l" defTabSz="308610" rtl="0" eaLnBrk="1" latinLnBrk="0" hangingPunct="1">
        <a:defRPr sz="1215" kern="1200">
          <a:solidFill>
            <a:schemeClr val="tx1"/>
          </a:solidFill>
          <a:latin typeface="+mn-lt"/>
          <a:ea typeface="+mn-ea"/>
          <a:cs typeface="+mn-cs"/>
        </a:defRPr>
      </a:lvl3pPr>
      <a:lvl4pPr marL="925830" algn="l" defTabSz="308610" rtl="0" eaLnBrk="1" latinLnBrk="0" hangingPunct="1">
        <a:defRPr sz="1215" kern="1200">
          <a:solidFill>
            <a:schemeClr val="tx1"/>
          </a:solidFill>
          <a:latin typeface="+mn-lt"/>
          <a:ea typeface="+mn-ea"/>
          <a:cs typeface="+mn-cs"/>
        </a:defRPr>
      </a:lvl4pPr>
      <a:lvl5pPr marL="1234440" algn="l" defTabSz="308610" rtl="0" eaLnBrk="1" latinLnBrk="0" hangingPunct="1">
        <a:defRPr sz="1215" kern="1200">
          <a:solidFill>
            <a:schemeClr val="tx1"/>
          </a:solidFill>
          <a:latin typeface="+mn-lt"/>
          <a:ea typeface="+mn-ea"/>
          <a:cs typeface="+mn-cs"/>
        </a:defRPr>
      </a:lvl5pPr>
      <a:lvl6pPr marL="1543050" algn="l" defTabSz="308610" rtl="0" eaLnBrk="1" latinLnBrk="0" hangingPunct="1">
        <a:defRPr sz="1215" kern="1200">
          <a:solidFill>
            <a:schemeClr val="tx1"/>
          </a:solidFill>
          <a:latin typeface="+mn-lt"/>
          <a:ea typeface="+mn-ea"/>
          <a:cs typeface="+mn-cs"/>
        </a:defRPr>
      </a:lvl6pPr>
      <a:lvl7pPr marL="1851660" algn="l" defTabSz="308610" rtl="0" eaLnBrk="1" latinLnBrk="0" hangingPunct="1">
        <a:defRPr sz="1215" kern="1200">
          <a:solidFill>
            <a:schemeClr val="tx1"/>
          </a:solidFill>
          <a:latin typeface="+mn-lt"/>
          <a:ea typeface="+mn-ea"/>
          <a:cs typeface="+mn-cs"/>
        </a:defRPr>
      </a:lvl7pPr>
      <a:lvl8pPr marL="2160270" algn="l" defTabSz="308610" rtl="0" eaLnBrk="1" latinLnBrk="0" hangingPunct="1">
        <a:defRPr sz="1215" kern="1200">
          <a:solidFill>
            <a:schemeClr val="tx1"/>
          </a:solidFill>
          <a:latin typeface="+mn-lt"/>
          <a:ea typeface="+mn-ea"/>
          <a:cs typeface="+mn-cs"/>
        </a:defRPr>
      </a:lvl8pPr>
      <a:lvl9pPr marL="2468880" algn="l" defTabSz="308610" rtl="0" eaLnBrk="1" latinLnBrk="0" hangingPunct="1">
        <a:defRPr sz="1215"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92305" y="528843"/>
            <a:ext cx="7444991" cy="892166"/>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392305" y="1752002"/>
            <a:ext cx="7444991" cy="2739035"/>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134017" y="4817936"/>
            <a:ext cx="1920239"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ED291B17-9318-49DB-B28B-6E5994AE9581}" type="datetime1">
              <a:rPr lang="en-US" smtClean="0"/>
              <a:t>9/22/2025</a:t>
            </a:fld>
            <a:endParaRPr lang="en-US" dirty="0"/>
          </a:p>
        </p:txBody>
      </p:sp>
      <p:sp>
        <p:nvSpPr>
          <p:cNvPr id="5" name="Footer Placeholder 4"/>
          <p:cNvSpPr>
            <a:spLocks noGrp="1"/>
          </p:cNvSpPr>
          <p:nvPr>
            <p:ph type="ftr" sz="quarter" idx="3"/>
          </p:nvPr>
        </p:nvSpPr>
        <p:spPr>
          <a:xfrm>
            <a:off x="392304" y="4817936"/>
            <a:ext cx="4669117" cy="273844"/>
          </a:xfrm>
          <a:prstGeom prst="rect">
            <a:avLst/>
          </a:prstGeom>
        </p:spPr>
        <p:txBody>
          <a:bodyPr vert="horz" lIns="91440" tIns="45720" rIns="91440" bIns="45720" rtlCol="0" anchor="ctr"/>
          <a:lstStyle>
            <a:lvl1pPr algn="l">
              <a:defRPr sz="608" cap="all">
                <a:solidFill>
                  <a:schemeClr val="tx1">
                    <a:lumMod val="75000"/>
                    <a:lumOff val="25000"/>
                  </a:schemeClr>
                </a:solidFill>
              </a:defRPr>
            </a:lvl1pPr>
          </a:lstStyle>
          <a:p>
            <a:endParaRPr lang="en-US" dirty="0"/>
          </a:p>
        </p:txBody>
      </p:sp>
      <p:sp>
        <p:nvSpPr>
          <p:cNvPr id="6" name="Slide Number Placeholder 5"/>
          <p:cNvSpPr>
            <a:spLocks noGrp="1"/>
          </p:cNvSpPr>
          <p:nvPr>
            <p:ph type="sldNum" sz="quarter" idx="4"/>
          </p:nvPr>
        </p:nvSpPr>
        <p:spPr>
          <a:xfrm>
            <a:off x="7126853" y="4817936"/>
            <a:ext cx="710444"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3A98EE3D-8CD1-4C3F-BD1C-C98C9596463C}" type="slidenum">
              <a:rPr lang="en-US" smtClean="0"/>
              <a:t>‹#›</a:t>
            </a:fld>
            <a:endParaRPr lang="en-US" dirty="0"/>
          </a:p>
        </p:txBody>
      </p:sp>
      <p:sp>
        <p:nvSpPr>
          <p:cNvPr id="9" name="Rectangle 8"/>
          <p:cNvSpPr/>
          <p:nvPr/>
        </p:nvSpPr>
        <p:spPr>
          <a:xfrm>
            <a:off x="301410" y="342900"/>
            <a:ext cx="2499741" cy="71248"/>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10" name="Rectangle 9"/>
          <p:cNvSpPr/>
          <p:nvPr/>
        </p:nvSpPr>
        <p:spPr>
          <a:xfrm>
            <a:off x="5428449" y="340232"/>
            <a:ext cx="2499741" cy="73916"/>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11" name="Rectangle 10"/>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Tree>
    <p:extLst>
      <p:ext uri="{BB962C8B-B14F-4D97-AF65-F5344CB8AC3E}">
        <p14:creationId xmlns:p14="http://schemas.microsoft.com/office/powerpoint/2010/main" val="1537083988"/>
      </p:ext>
    </p:extLst>
  </p:cSld>
  <p:clrMap bg1="lt1" tx1="dk1" bg2="lt2" tx2="dk2" accent1="accent1" accent2="accent2" accent3="accent3" accent4="accent4" accent5="accent5" accent6="accent6" hlink="hlink" folHlink="folHlink"/>
  <p:sldLayoutIdLst>
    <p:sldLayoutId id="2147483723" r:id="rId1"/>
    <p:sldLayoutId id="2147483724" r:id="rId2"/>
    <p:sldLayoutId id="2147483725" r:id="rId3"/>
    <p:sldLayoutId id="2147483726" r:id="rId4"/>
    <p:sldLayoutId id="2147483727" r:id="rId5"/>
    <p:sldLayoutId id="2147483728" r:id="rId6"/>
    <p:sldLayoutId id="2147483729" r:id="rId7"/>
    <p:sldLayoutId id="2147483730" r:id="rId8"/>
    <p:sldLayoutId id="2147483731" r:id="rId9"/>
    <p:sldLayoutId id="2147483732" r:id="rId10"/>
    <p:sldLayoutId id="2147483733" r:id="rId11"/>
  </p:sldLayoutIdLst>
  <p:hf sldNum="0" hdr="0" ftr="0" dt="0"/>
  <p:txStyles>
    <p:title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065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215" kern="1200">
          <a:solidFill>
            <a:schemeClr val="tx1">
              <a:lumMod val="75000"/>
              <a:lumOff val="25000"/>
            </a:schemeClr>
          </a:solidFill>
          <a:latin typeface="+mn-lt"/>
          <a:ea typeface="+mn-ea"/>
          <a:cs typeface="+mn-cs"/>
        </a:defRPr>
      </a:lvl1pPr>
      <a:lvl2pPr marL="4252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080" kern="1200">
          <a:solidFill>
            <a:schemeClr val="tx1">
              <a:lumMod val="75000"/>
              <a:lumOff val="25000"/>
            </a:schemeClr>
          </a:solidFill>
          <a:latin typeface="+mn-lt"/>
          <a:ea typeface="+mn-ea"/>
          <a:cs typeface="+mn-cs"/>
        </a:defRPr>
      </a:lvl2pPr>
      <a:lvl3pPr marL="607500" indent="-1822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945" kern="1200">
          <a:solidFill>
            <a:schemeClr val="tx1">
              <a:lumMod val="75000"/>
              <a:lumOff val="25000"/>
            </a:schemeClr>
          </a:solidFill>
          <a:latin typeface="+mn-lt"/>
          <a:ea typeface="+mn-ea"/>
          <a:cs typeface="+mn-cs"/>
        </a:defRPr>
      </a:lvl3pPr>
      <a:lvl4pPr marL="838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4pPr>
      <a:lvl5pPr marL="1081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5pPr>
      <a:lvl6pPr marL="1282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6pPr>
      <a:lvl7pPr marL="1485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7pPr>
      <a:lvl8pPr marL="1687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8pPr>
      <a:lvl9pPr marL="1890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9pPr>
    </p:bodyStyle>
    <p:otherStyle>
      <a:defPPr>
        <a:defRPr lang="en-US"/>
      </a:defPPr>
      <a:lvl1pPr marL="0" algn="l" defTabSz="308610" rtl="0" eaLnBrk="1" latinLnBrk="0" hangingPunct="1">
        <a:defRPr sz="1215" kern="1200">
          <a:solidFill>
            <a:schemeClr val="tx1"/>
          </a:solidFill>
          <a:latin typeface="+mn-lt"/>
          <a:ea typeface="+mn-ea"/>
          <a:cs typeface="+mn-cs"/>
        </a:defRPr>
      </a:lvl1pPr>
      <a:lvl2pPr marL="308610" algn="l" defTabSz="308610" rtl="0" eaLnBrk="1" latinLnBrk="0" hangingPunct="1">
        <a:defRPr sz="1215" kern="1200">
          <a:solidFill>
            <a:schemeClr val="tx1"/>
          </a:solidFill>
          <a:latin typeface="+mn-lt"/>
          <a:ea typeface="+mn-ea"/>
          <a:cs typeface="+mn-cs"/>
        </a:defRPr>
      </a:lvl2pPr>
      <a:lvl3pPr marL="617220" algn="l" defTabSz="308610" rtl="0" eaLnBrk="1" latinLnBrk="0" hangingPunct="1">
        <a:defRPr sz="1215" kern="1200">
          <a:solidFill>
            <a:schemeClr val="tx1"/>
          </a:solidFill>
          <a:latin typeface="+mn-lt"/>
          <a:ea typeface="+mn-ea"/>
          <a:cs typeface="+mn-cs"/>
        </a:defRPr>
      </a:lvl3pPr>
      <a:lvl4pPr marL="925830" algn="l" defTabSz="308610" rtl="0" eaLnBrk="1" latinLnBrk="0" hangingPunct="1">
        <a:defRPr sz="1215" kern="1200">
          <a:solidFill>
            <a:schemeClr val="tx1"/>
          </a:solidFill>
          <a:latin typeface="+mn-lt"/>
          <a:ea typeface="+mn-ea"/>
          <a:cs typeface="+mn-cs"/>
        </a:defRPr>
      </a:lvl4pPr>
      <a:lvl5pPr marL="1234440" algn="l" defTabSz="308610" rtl="0" eaLnBrk="1" latinLnBrk="0" hangingPunct="1">
        <a:defRPr sz="1215" kern="1200">
          <a:solidFill>
            <a:schemeClr val="tx1"/>
          </a:solidFill>
          <a:latin typeface="+mn-lt"/>
          <a:ea typeface="+mn-ea"/>
          <a:cs typeface="+mn-cs"/>
        </a:defRPr>
      </a:lvl5pPr>
      <a:lvl6pPr marL="1543050" algn="l" defTabSz="308610" rtl="0" eaLnBrk="1" latinLnBrk="0" hangingPunct="1">
        <a:defRPr sz="1215" kern="1200">
          <a:solidFill>
            <a:schemeClr val="tx1"/>
          </a:solidFill>
          <a:latin typeface="+mn-lt"/>
          <a:ea typeface="+mn-ea"/>
          <a:cs typeface="+mn-cs"/>
        </a:defRPr>
      </a:lvl6pPr>
      <a:lvl7pPr marL="1851660" algn="l" defTabSz="308610" rtl="0" eaLnBrk="1" latinLnBrk="0" hangingPunct="1">
        <a:defRPr sz="1215" kern="1200">
          <a:solidFill>
            <a:schemeClr val="tx1"/>
          </a:solidFill>
          <a:latin typeface="+mn-lt"/>
          <a:ea typeface="+mn-ea"/>
          <a:cs typeface="+mn-cs"/>
        </a:defRPr>
      </a:lvl7pPr>
      <a:lvl8pPr marL="2160270" algn="l" defTabSz="308610" rtl="0" eaLnBrk="1" latinLnBrk="0" hangingPunct="1">
        <a:defRPr sz="1215" kern="1200">
          <a:solidFill>
            <a:schemeClr val="tx1"/>
          </a:solidFill>
          <a:latin typeface="+mn-lt"/>
          <a:ea typeface="+mn-ea"/>
          <a:cs typeface="+mn-cs"/>
        </a:defRPr>
      </a:lvl8pPr>
      <a:lvl9pPr marL="2468880" algn="l" defTabSz="308610" rtl="0" eaLnBrk="1" latinLnBrk="0" hangingPunct="1">
        <a:defRPr sz="1215" kern="1200">
          <a:solidFill>
            <a:schemeClr val="tx1"/>
          </a:solidFill>
          <a:latin typeface="+mn-lt"/>
          <a:ea typeface="+mn-ea"/>
          <a:cs typeface="+mn-cs"/>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92305" y="528843"/>
            <a:ext cx="7444991" cy="892166"/>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392305" y="1752002"/>
            <a:ext cx="7444991" cy="2739035"/>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134017" y="4817936"/>
            <a:ext cx="1920239"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ED291B17-9318-49DB-B28B-6E5994AE9581}" type="datetime1">
              <a:rPr lang="en-US" smtClean="0"/>
              <a:t>9/22/2025</a:t>
            </a:fld>
            <a:endParaRPr lang="en-US" dirty="0"/>
          </a:p>
        </p:txBody>
      </p:sp>
      <p:sp>
        <p:nvSpPr>
          <p:cNvPr id="5" name="Footer Placeholder 4"/>
          <p:cNvSpPr>
            <a:spLocks noGrp="1"/>
          </p:cNvSpPr>
          <p:nvPr>
            <p:ph type="ftr" sz="quarter" idx="3"/>
          </p:nvPr>
        </p:nvSpPr>
        <p:spPr>
          <a:xfrm>
            <a:off x="392304" y="4817936"/>
            <a:ext cx="4669117" cy="273844"/>
          </a:xfrm>
          <a:prstGeom prst="rect">
            <a:avLst/>
          </a:prstGeom>
        </p:spPr>
        <p:txBody>
          <a:bodyPr vert="horz" lIns="91440" tIns="45720" rIns="91440" bIns="45720" rtlCol="0" anchor="ctr"/>
          <a:lstStyle>
            <a:lvl1pPr algn="l">
              <a:defRPr sz="608" cap="all">
                <a:solidFill>
                  <a:schemeClr val="tx1">
                    <a:lumMod val="75000"/>
                    <a:lumOff val="25000"/>
                  </a:schemeClr>
                </a:solidFill>
              </a:defRPr>
            </a:lvl1pPr>
          </a:lstStyle>
          <a:p>
            <a:endParaRPr lang="en-US" dirty="0"/>
          </a:p>
        </p:txBody>
      </p:sp>
      <p:sp>
        <p:nvSpPr>
          <p:cNvPr id="6" name="Slide Number Placeholder 5"/>
          <p:cNvSpPr>
            <a:spLocks noGrp="1"/>
          </p:cNvSpPr>
          <p:nvPr>
            <p:ph type="sldNum" sz="quarter" idx="4"/>
          </p:nvPr>
        </p:nvSpPr>
        <p:spPr>
          <a:xfrm>
            <a:off x="7126853" y="4817936"/>
            <a:ext cx="710444" cy="273844"/>
          </a:xfrm>
          <a:prstGeom prst="rect">
            <a:avLst/>
          </a:prstGeom>
        </p:spPr>
        <p:txBody>
          <a:bodyPr vert="horz" lIns="91440" tIns="45720" rIns="91440" bIns="45720" rtlCol="0" anchor="ctr"/>
          <a:lstStyle>
            <a:lvl1pPr algn="r">
              <a:defRPr sz="608">
                <a:solidFill>
                  <a:schemeClr val="tx1">
                    <a:lumMod val="75000"/>
                    <a:lumOff val="25000"/>
                  </a:schemeClr>
                </a:solidFill>
              </a:defRPr>
            </a:lvl1pPr>
          </a:lstStyle>
          <a:p>
            <a:fld id="{3A98EE3D-8CD1-4C3F-BD1C-C98C9596463C}" type="slidenum">
              <a:rPr lang="en-US" smtClean="0"/>
              <a:t>‹#›</a:t>
            </a:fld>
            <a:endParaRPr lang="en-US" dirty="0"/>
          </a:p>
        </p:txBody>
      </p:sp>
      <p:sp>
        <p:nvSpPr>
          <p:cNvPr id="9" name="Rectangle 8"/>
          <p:cNvSpPr/>
          <p:nvPr/>
        </p:nvSpPr>
        <p:spPr>
          <a:xfrm>
            <a:off x="301410" y="342900"/>
            <a:ext cx="2499741" cy="71248"/>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10" name="Rectangle 9"/>
          <p:cNvSpPr/>
          <p:nvPr/>
        </p:nvSpPr>
        <p:spPr>
          <a:xfrm>
            <a:off x="5428449" y="340232"/>
            <a:ext cx="2499741" cy="73916"/>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
        <p:nvSpPr>
          <p:cNvPr id="11" name="Rectangle 10"/>
          <p:cNvSpPr/>
          <p:nvPr/>
        </p:nvSpPr>
        <p:spPr>
          <a:xfrm>
            <a:off x="2863235" y="342900"/>
            <a:ext cx="2499741" cy="685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zh-CN" altLang="en-US"/>
          </a:p>
        </p:txBody>
      </p:sp>
    </p:spTree>
    <p:extLst>
      <p:ext uri="{BB962C8B-B14F-4D97-AF65-F5344CB8AC3E}">
        <p14:creationId xmlns:p14="http://schemas.microsoft.com/office/powerpoint/2010/main" val="2217762796"/>
      </p:ext>
    </p:extLst>
  </p:cSld>
  <p:clrMap bg1="lt1" tx1="dk1" bg2="lt2" tx2="dk2" accent1="accent1" accent2="accent2" accent3="accent3" accent4="accent4" accent5="accent5" accent6="accent6" hlink="hlink" folHlink="folHlink"/>
  <p:sldLayoutIdLst>
    <p:sldLayoutId id="2147483735" r:id="rId1"/>
    <p:sldLayoutId id="2147483736" r:id="rId2"/>
    <p:sldLayoutId id="2147483737" r:id="rId3"/>
    <p:sldLayoutId id="2147483738" r:id="rId4"/>
    <p:sldLayoutId id="2147483739" r:id="rId5"/>
    <p:sldLayoutId id="2147483740" r:id="rId6"/>
    <p:sldLayoutId id="2147483741" r:id="rId7"/>
    <p:sldLayoutId id="2147483742" r:id="rId8"/>
    <p:sldLayoutId id="2147483743" r:id="rId9"/>
    <p:sldLayoutId id="2147483744" r:id="rId10"/>
    <p:sldLayoutId id="2147483745" r:id="rId11"/>
    <p:sldLayoutId id="2147483746" r:id="rId12"/>
  </p:sldLayoutIdLst>
  <p:hf sldNum="0" hdr="0" ftr="0" dt="0"/>
  <p:txStyles>
    <p:titleStyle>
      <a:lvl1pPr algn="l" defTabSz="308610" rtl="0" eaLnBrk="1" latinLnBrk="0" hangingPunct="1">
        <a:lnSpc>
          <a:spcPct val="100000"/>
        </a:lnSpc>
        <a:spcBef>
          <a:spcPct val="0"/>
        </a:spcBef>
        <a:buNone/>
        <a:defRPr sz="1890" b="0" kern="1200" cap="all">
          <a:solidFill>
            <a:schemeClr val="tx1">
              <a:lumMod val="75000"/>
              <a:lumOff val="2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065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215" kern="1200">
          <a:solidFill>
            <a:schemeClr val="tx1">
              <a:lumMod val="75000"/>
              <a:lumOff val="25000"/>
            </a:schemeClr>
          </a:solidFill>
          <a:latin typeface="+mn-lt"/>
          <a:ea typeface="+mn-ea"/>
          <a:cs typeface="+mn-cs"/>
        </a:defRPr>
      </a:lvl1pPr>
      <a:lvl2pPr marL="425250" indent="-2065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1080" kern="1200">
          <a:solidFill>
            <a:schemeClr val="tx1">
              <a:lumMod val="75000"/>
              <a:lumOff val="25000"/>
            </a:schemeClr>
          </a:solidFill>
          <a:latin typeface="+mn-lt"/>
          <a:ea typeface="+mn-ea"/>
          <a:cs typeface="+mn-cs"/>
        </a:defRPr>
      </a:lvl2pPr>
      <a:lvl3pPr marL="607500" indent="-1822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945" kern="1200">
          <a:solidFill>
            <a:schemeClr val="tx1">
              <a:lumMod val="75000"/>
              <a:lumOff val="25000"/>
            </a:schemeClr>
          </a:solidFill>
          <a:latin typeface="+mn-lt"/>
          <a:ea typeface="+mn-ea"/>
          <a:cs typeface="+mn-cs"/>
        </a:defRPr>
      </a:lvl3pPr>
      <a:lvl4pPr marL="838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4pPr>
      <a:lvl5pPr marL="1081350" indent="-157950" algn="l" defTabSz="308610" rtl="0" eaLnBrk="1" latinLnBrk="0" hangingPunct="1">
        <a:lnSpc>
          <a:spcPct val="100000"/>
        </a:lnSpc>
        <a:spcBef>
          <a:spcPct val="20000"/>
        </a:spcBef>
        <a:spcAft>
          <a:spcPts val="405"/>
        </a:spcAft>
        <a:buClr>
          <a:schemeClr val="accent1"/>
        </a:buClr>
        <a:buSzPct val="92000"/>
        <a:buFont typeface="Wingdings 2" panose="05020102010507070707" pitchFamily="18" charset="2"/>
        <a:buChar char=""/>
        <a:defRPr sz="810" kern="1200">
          <a:solidFill>
            <a:schemeClr val="tx1">
              <a:lumMod val="75000"/>
              <a:lumOff val="25000"/>
            </a:schemeClr>
          </a:solidFill>
          <a:latin typeface="+mn-lt"/>
          <a:ea typeface="+mn-ea"/>
          <a:cs typeface="+mn-cs"/>
        </a:defRPr>
      </a:lvl5pPr>
      <a:lvl6pPr marL="1282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6pPr>
      <a:lvl7pPr marL="1485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7pPr>
      <a:lvl8pPr marL="16875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8pPr>
      <a:lvl9pPr marL="1890000" indent="-154305" algn="l" defTabSz="308610" rtl="0" eaLnBrk="1" latinLnBrk="0" hangingPunct="1">
        <a:spcBef>
          <a:spcPct val="20000"/>
        </a:spcBef>
        <a:spcAft>
          <a:spcPts val="405"/>
        </a:spcAft>
        <a:buClr>
          <a:schemeClr val="accent2"/>
        </a:buClr>
        <a:buSzPct val="92000"/>
        <a:buFont typeface="Wingdings 2" panose="05020102010507070707" pitchFamily="18" charset="2"/>
        <a:buChar char=""/>
        <a:defRPr sz="810" kern="1200">
          <a:solidFill>
            <a:schemeClr val="tx2"/>
          </a:solidFill>
          <a:latin typeface="+mn-lt"/>
          <a:ea typeface="+mn-ea"/>
          <a:cs typeface="+mn-cs"/>
        </a:defRPr>
      </a:lvl9pPr>
    </p:bodyStyle>
    <p:otherStyle>
      <a:defPPr>
        <a:defRPr lang="en-US"/>
      </a:defPPr>
      <a:lvl1pPr marL="0" algn="l" defTabSz="308610" rtl="0" eaLnBrk="1" latinLnBrk="0" hangingPunct="1">
        <a:defRPr sz="1215" kern="1200">
          <a:solidFill>
            <a:schemeClr val="tx1"/>
          </a:solidFill>
          <a:latin typeface="+mn-lt"/>
          <a:ea typeface="+mn-ea"/>
          <a:cs typeface="+mn-cs"/>
        </a:defRPr>
      </a:lvl1pPr>
      <a:lvl2pPr marL="308610" algn="l" defTabSz="308610" rtl="0" eaLnBrk="1" latinLnBrk="0" hangingPunct="1">
        <a:defRPr sz="1215" kern="1200">
          <a:solidFill>
            <a:schemeClr val="tx1"/>
          </a:solidFill>
          <a:latin typeface="+mn-lt"/>
          <a:ea typeface="+mn-ea"/>
          <a:cs typeface="+mn-cs"/>
        </a:defRPr>
      </a:lvl2pPr>
      <a:lvl3pPr marL="617220" algn="l" defTabSz="308610" rtl="0" eaLnBrk="1" latinLnBrk="0" hangingPunct="1">
        <a:defRPr sz="1215" kern="1200">
          <a:solidFill>
            <a:schemeClr val="tx1"/>
          </a:solidFill>
          <a:latin typeface="+mn-lt"/>
          <a:ea typeface="+mn-ea"/>
          <a:cs typeface="+mn-cs"/>
        </a:defRPr>
      </a:lvl3pPr>
      <a:lvl4pPr marL="925830" algn="l" defTabSz="308610" rtl="0" eaLnBrk="1" latinLnBrk="0" hangingPunct="1">
        <a:defRPr sz="1215" kern="1200">
          <a:solidFill>
            <a:schemeClr val="tx1"/>
          </a:solidFill>
          <a:latin typeface="+mn-lt"/>
          <a:ea typeface="+mn-ea"/>
          <a:cs typeface="+mn-cs"/>
        </a:defRPr>
      </a:lvl4pPr>
      <a:lvl5pPr marL="1234440" algn="l" defTabSz="308610" rtl="0" eaLnBrk="1" latinLnBrk="0" hangingPunct="1">
        <a:defRPr sz="1215" kern="1200">
          <a:solidFill>
            <a:schemeClr val="tx1"/>
          </a:solidFill>
          <a:latin typeface="+mn-lt"/>
          <a:ea typeface="+mn-ea"/>
          <a:cs typeface="+mn-cs"/>
        </a:defRPr>
      </a:lvl5pPr>
      <a:lvl6pPr marL="1543050" algn="l" defTabSz="308610" rtl="0" eaLnBrk="1" latinLnBrk="0" hangingPunct="1">
        <a:defRPr sz="1215" kern="1200">
          <a:solidFill>
            <a:schemeClr val="tx1"/>
          </a:solidFill>
          <a:latin typeface="+mn-lt"/>
          <a:ea typeface="+mn-ea"/>
          <a:cs typeface="+mn-cs"/>
        </a:defRPr>
      </a:lvl6pPr>
      <a:lvl7pPr marL="1851660" algn="l" defTabSz="308610" rtl="0" eaLnBrk="1" latinLnBrk="0" hangingPunct="1">
        <a:defRPr sz="1215" kern="1200">
          <a:solidFill>
            <a:schemeClr val="tx1"/>
          </a:solidFill>
          <a:latin typeface="+mn-lt"/>
          <a:ea typeface="+mn-ea"/>
          <a:cs typeface="+mn-cs"/>
        </a:defRPr>
      </a:lvl7pPr>
      <a:lvl8pPr marL="2160270" algn="l" defTabSz="308610" rtl="0" eaLnBrk="1" latinLnBrk="0" hangingPunct="1">
        <a:defRPr sz="1215" kern="1200">
          <a:solidFill>
            <a:schemeClr val="tx1"/>
          </a:solidFill>
          <a:latin typeface="+mn-lt"/>
          <a:ea typeface="+mn-ea"/>
          <a:cs typeface="+mn-cs"/>
        </a:defRPr>
      </a:lvl8pPr>
      <a:lvl9pPr marL="2468880" algn="l" defTabSz="308610" rtl="0" eaLnBrk="1" latinLnBrk="0" hangingPunct="1">
        <a:defRPr sz="121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59.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hyperlink" Target="https://www.arcgis.com/apps/Embed/index.html?webmap=33f17e663adf482296e841e7008825e0&amp;extent=-129.2567,23.1229,-63.6903,51.7017&amp;zoom=true&amp;previewImage=false&amp;scale=true&amp;disable_scroll=true&amp;theme=light"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hyperlink" Target="https://www.arcgis.com/apps/Embed/index.html?webmap=7f8d613cd03c47c9868513ce135aa4c8&amp;extent=-84.6033,33.6346,-84.1528,33.8325&amp;zoom=true&amp;previewImage=false&amp;scale=true&amp;disable_scroll=true&amp;theme=light" TargetMode="Externa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hyperlink" Target="https://annotations.allmaps.org/?url=https://www.loc.gov/item/88695674/manifest.json"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hyperlink" Target="https://creativecommons.org/licenses/by-nc-sa/4.0/" TargetMode="External"/><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hyperlink" Target="https://aibm.org/research/patterns-and-trends-in-county-level-sex-ratios/" TargetMode="Externa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hyperlink" Target="https://utdepps.maps.arcgis.com/apps/webappviewer/index.html?id=d07fd90d0ed9422592deed114b4fe3b1" TargetMode="External"/><Relationship Id="rId2" Type="http://schemas.openxmlformats.org/officeDocument/2006/relationships/notesSlide" Target="../notesSlides/notesSlide16.xml"/><Relationship Id="rId1" Type="http://schemas.openxmlformats.org/officeDocument/2006/relationships/slideLayout" Target="../slideLayouts/slideLayout12.xml"/><Relationship Id="rId5" Type="http://schemas.openxmlformats.org/officeDocument/2006/relationships/image" Target="../media/image18.png"/><Relationship Id="rId4" Type="http://schemas.openxmlformats.org/officeDocument/2006/relationships/image" Target="../media/image1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 Id="rId4" Type="http://schemas.openxmlformats.org/officeDocument/2006/relationships/hyperlink" Target="https://uca-gis.maps.arcgis.com/home/webmap/viewer.html?webmap=36d7e68ce0ab416d951300479fc6fc04"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hyperlink" Target="https://www.nytimes.com/interactive/2021/upshot/2020-election-map.html" TargetMode="External"/><Relationship Id="rId2" Type="http://schemas.openxmlformats.org/officeDocument/2006/relationships/notesSlide" Target="../notesSlides/notesSlide17.xml"/><Relationship Id="rId1" Type="http://schemas.openxmlformats.org/officeDocument/2006/relationships/slideLayout" Target="../slideLayouts/slideLayout12.xml"/><Relationship Id="rId4" Type="http://schemas.openxmlformats.org/officeDocument/2006/relationships/image" Target="../media/image21.png"/></Relationships>
</file>

<file path=ppt/slides/_rels/slide27.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hyperlink" Target="https://www.earthdata.nasa.gov/learn/webinars/examining-hurricane-miltons-milestones-nasas-ges-disc-datasets" TargetMode="External"/><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8" Type="http://schemas.openxmlformats.org/officeDocument/2006/relationships/hyperlink" Target="https://www.davidrumsey.com/luna/servlet/s/3h57oh" TargetMode="External"/><Relationship Id="rId3" Type="http://schemas.openxmlformats.org/officeDocument/2006/relationships/image" Target="../media/image23.png"/><Relationship Id="rId7" Type="http://schemas.openxmlformats.org/officeDocument/2006/relationships/hyperlink" Target="https://www.davidrumsey.com/" TargetMode="External"/><Relationship Id="rId2" Type="http://schemas.openxmlformats.org/officeDocument/2006/relationships/hyperlink" Target="https://mapgallery.esri.com/" TargetMode="External"/><Relationship Id="rId1" Type="http://schemas.openxmlformats.org/officeDocument/2006/relationships/slideLayout" Target="../slideLayouts/slideLayout12.xml"/><Relationship Id="rId6" Type="http://schemas.openxmlformats.org/officeDocument/2006/relationships/image" Target="../media/image25.png"/><Relationship Id="rId5" Type="http://schemas.openxmlformats.org/officeDocument/2006/relationships/hyperlink" Target="https://hub.qgis.org/map-gallery/" TargetMode="External"/><Relationship Id="rId4" Type="http://schemas.openxmlformats.org/officeDocument/2006/relationships/image" Target="../media/image24.png"/></Relationships>
</file>

<file path=ppt/slides/_rels/slide29.xml.rels><?xml version="1.0" encoding="UTF-8" standalone="yes"?>
<Relationships xmlns="http://schemas.openxmlformats.org/package/2006/relationships"><Relationship Id="rId3" Type="http://schemas.openxmlformats.org/officeDocument/2006/relationships/hyperlink" Target="https://mapgallery.esri.com/" TargetMode="External"/><Relationship Id="rId2" Type="http://schemas.openxmlformats.org/officeDocument/2006/relationships/image" Target="../media/image26.png"/><Relationship Id="rId1" Type="http://schemas.openxmlformats.org/officeDocument/2006/relationships/slideLayout" Target="../slideLayouts/slideLayout12.xml"/><Relationship Id="rId5" Type="http://schemas.openxmlformats.org/officeDocument/2006/relationships/hyperlink" Target="https://sites.google.com/westada.org/mapping/examples-of-good-bad-maps" TargetMode="External"/><Relationship Id="rId4" Type="http://schemas.openxmlformats.org/officeDocument/2006/relationships/image" Target="../media/image27.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1.xml"/></Relationships>
</file>

<file path=ppt/slides/_rels/slide31.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8.xml"/><Relationship Id="rId1" Type="http://schemas.openxmlformats.org/officeDocument/2006/relationships/slideLayout" Target="../slideLayouts/slideLayout60.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875485B9-8EE1-447A-9C08-F7D6B532A8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257176"/>
            <a:ext cx="8229599" cy="462915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pic>
        <p:nvPicPr>
          <p:cNvPr id="4" name="Picture 3" descr="A colorful background with waves&#10;&#10;Description automatically generated with medium confidence">
            <a:extLst>
              <a:ext uri="{FF2B5EF4-FFF2-40B4-BE49-F238E27FC236}">
                <a16:creationId xmlns:a16="http://schemas.microsoft.com/office/drawing/2014/main" id="{1734BD9E-DDD5-C150-8BA0-0B1B13AE068D}"/>
              </a:ext>
            </a:extLst>
          </p:cNvPr>
          <p:cNvPicPr>
            <a:picLocks noChangeAspect="1"/>
          </p:cNvPicPr>
          <p:nvPr/>
        </p:nvPicPr>
        <p:blipFill>
          <a:blip r:embed="rId2"/>
          <a:srcRect r="11111"/>
          <a:stretch/>
        </p:blipFill>
        <p:spPr>
          <a:xfrm>
            <a:off x="13" y="257175"/>
            <a:ext cx="8229587" cy="4629142"/>
          </a:xfrm>
          <a:prstGeom prst="rect">
            <a:avLst/>
          </a:prstGeom>
        </p:spPr>
      </p:pic>
      <p:sp>
        <p:nvSpPr>
          <p:cNvPr id="11" name="Rectangle 10">
            <a:extLst>
              <a:ext uri="{FF2B5EF4-FFF2-40B4-BE49-F238E27FC236}">
                <a16:creationId xmlns:a16="http://schemas.microsoft.com/office/drawing/2014/main" id="{B963707F-B98C-4143-AFCF-D6B56C975C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6990" y="565785"/>
            <a:ext cx="3382366" cy="61722"/>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13" name="Rectangle 12">
            <a:extLst>
              <a:ext uri="{FF2B5EF4-FFF2-40B4-BE49-F238E27FC236}">
                <a16:creationId xmlns:a16="http://schemas.microsoft.com/office/drawing/2014/main" id="{88D2DFBB-460D-4ECB-BD76-509C99DAD6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8018" y="662983"/>
            <a:ext cx="3381337" cy="390782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2" name="Title 1">
            <a:extLst>
              <a:ext uri="{FF2B5EF4-FFF2-40B4-BE49-F238E27FC236}">
                <a16:creationId xmlns:a16="http://schemas.microsoft.com/office/drawing/2014/main" id="{6DE3439C-E1CA-A039-1552-7B23AB7007A8}"/>
              </a:ext>
            </a:extLst>
          </p:cNvPr>
          <p:cNvSpPr>
            <a:spLocks noGrp="1"/>
          </p:cNvSpPr>
          <p:nvPr>
            <p:ph type="ctrTitle"/>
          </p:nvPr>
        </p:nvSpPr>
        <p:spPr>
          <a:xfrm>
            <a:off x="565060" y="785709"/>
            <a:ext cx="3871767" cy="1831185"/>
          </a:xfrm>
        </p:spPr>
        <p:txBody>
          <a:bodyPr>
            <a:normAutofit/>
          </a:bodyPr>
          <a:lstStyle/>
          <a:p>
            <a:r>
              <a:rPr lang="en-US" sz="2700" dirty="0">
                <a:solidFill>
                  <a:srgbClr val="FFFFFF"/>
                </a:solidFill>
              </a:rPr>
              <a:t>WEEK 06</a:t>
            </a:r>
            <a:br>
              <a:rPr lang="en-US" sz="2700" dirty="0">
                <a:solidFill>
                  <a:srgbClr val="FFFFFF"/>
                </a:solidFill>
              </a:rPr>
            </a:br>
            <a:r>
              <a:rPr lang="en-US" altLang="zh-CN" sz="2800" dirty="0"/>
              <a:t>Data Standardization</a:t>
            </a:r>
            <a:br>
              <a:rPr lang="en-US" sz="2700" dirty="0">
                <a:solidFill>
                  <a:srgbClr val="FFFFFF"/>
                </a:solidFill>
              </a:rPr>
            </a:br>
            <a:br>
              <a:rPr lang="en-US" sz="2700" dirty="0">
                <a:solidFill>
                  <a:srgbClr val="FFFFFF"/>
                </a:solidFill>
              </a:rPr>
            </a:br>
            <a:r>
              <a:rPr lang="en-US" sz="2700" dirty="0">
                <a:solidFill>
                  <a:srgbClr val="FFFFFF"/>
                </a:solidFill>
              </a:rPr>
              <a:t>lecture</a:t>
            </a:r>
          </a:p>
        </p:txBody>
      </p:sp>
      <p:sp>
        <p:nvSpPr>
          <p:cNvPr id="3" name="Subtitle 2">
            <a:extLst>
              <a:ext uri="{FF2B5EF4-FFF2-40B4-BE49-F238E27FC236}">
                <a16:creationId xmlns:a16="http://schemas.microsoft.com/office/drawing/2014/main" id="{78D6AEC8-AD7D-2F2A-F638-325ACB8C9D6F}"/>
              </a:ext>
            </a:extLst>
          </p:cNvPr>
          <p:cNvSpPr>
            <a:spLocks noGrp="1"/>
          </p:cNvSpPr>
          <p:nvPr>
            <p:ph type="subTitle" idx="1"/>
          </p:nvPr>
        </p:nvSpPr>
        <p:spPr>
          <a:xfrm>
            <a:off x="565060" y="2798352"/>
            <a:ext cx="2916154" cy="1537292"/>
          </a:xfrm>
        </p:spPr>
        <p:txBody>
          <a:bodyPr>
            <a:noAutofit/>
          </a:bodyPr>
          <a:lstStyle/>
          <a:p>
            <a:r>
              <a:rPr lang="en-US" sz="1890" dirty="0">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rPr>
              <a:t>Instructor: Yanan Wu</a:t>
            </a:r>
          </a:p>
          <a:p>
            <a:r>
              <a:rPr lang="en-US" sz="1890" dirty="0">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rPr>
              <a:t> </a:t>
            </a:r>
          </a:p>
          <a:p>
            <a:r>
              <a:rPr lang="en-US" sz="1890" dirty="0" err="1">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rPr>
              <a:t>fALL</a:t>
            </a:r>
            <a:r>
              <a:rPr lang="en-US" sz="1890" dirty="0">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rPr>
              <a:t> 2025</a:t>
            </a:r>
          </a:p>
          <a:p>
            <a:endParaRPr lang="en-US" sz="1890" dirty="0">
              <a:solidFill>
                <a:srgbClr val="FFFFFF">
                  <a:alpha val="75000"/>
                </a:srgbClr>
              </a:solidFill>
              <a:latin typeface="Calibri" panose="020F0502020204030204" pitchFamily="34" charset="0"/>
              <a:ea typeface="Calibri" panose="020F0502020204030204" pitchFamily="34" charset="0"/>
              <a:cs typeface="Calibri" panose="020F0502020204030204" pitchFamily="34" charset="0"/>
            </a:endParaRPr>
          </a:p>
          <a:p>
            <a:endParaRPr lang="en-US" sz="1890" dirty="0">
              <a:latin typeface="Calibri" panose="020F0502020204030204" pitchFamily="34" charset="0"/>
              <a:ea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639130130"/>
      </p:ext>
    </p:extLst>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6" name="Rectangle 35">
            <a:extLst>
              <a:ext uri="{FF2B5EF4-FFF2-40B4-BE49-F238E27FC236}">
                <a16:creationId xmlns:a16="http://schemas.microsoft.com/office/drawing/2014/main" id="{DCF4EB5C-ED25-4675-8255-2F5B12CFFC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1410" y="565785"/>
            <a:ext cx="2499741" cy="6412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38" name="Rectangle 37">
            <a:extLst>
              <a:ext uri="{FF2B5EF4-FFF2-40B4-BE49-F238E27FC236}">
                <a16:creationId xmlns:a16="http://schemas.microsoft.com/office/drawing/2014/main" id="{9514EC6E-A557-42A2-BCDC-3ABFFC5E56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28449" y="563384"/>
            <a:ext cx="2499741" cy="6652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0" name="Rectangle 39">
            <a:extLst>
              <a:ext uri="{FF2B5EF4-FFF2-40B4-BE49-F238E27FC236}">
                <a16:creationId xmlns:a16="http://schemas.microsoft.com/office/drawing/2014/main" id="{905482C9-EB42-4BFE-95BF-7FD661F076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863235" y="565785"/>
            <a:ext cx="2499741" cy="6172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2" name="Rectangle 41">
            <a:extLst>
              <a:ext uri="{FF2B5EF4-FFF2-40B4-BE49-F238E27FC236}">
                <a16:creationId xmlns:a16="http://schemas.microsoft.com/office/drawing/2014/main" id="{7539E646-A625-4A26-86ED-BD90EDD329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1411" y="2340066"/>
            <a:ext cx="7626779" cy="2253251"/>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useBgFill="1">
        <p:nvSpPr>
          <p:cNvPr id="44" name="Rectangle 43">
            <a:extLst>
              <a:ext uri="{FF2B5EF4-FFF2-40B4-BE49-F238E27FC236}">
                <a16:creationId xmlns:a16="http://schemas.microsoft.com/office/drawing/2014/main" id="{39171204-6A50-40E1-B631-84CEDFC939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7175"/>
            <a:ext cx="8229600" cy="462915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6" name="Rectangle 45">
            <a:extLst>
              <a:ext uri="{FF2B5EF4-FFF2-40B4-BE49-F238E27FC236}">
                <a16:creationId xmlns:a16="http://schemas.microsoft.com/office/drawing/2014/main" id="{06C973F6-5187-412F-AACC-6E3FF8A6A1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3999" y="592623"/>
            <a:ext cx="746661" cy="3955321"/>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8" name="Rectangle 47">
            <a:extLst>
              <a:ext uri="{FF2B5EF4-FFF2-40B4-BE49-F238E27FC236}">
                <a16:creationId xmlns:a16="http://schemas.microsoft.com/office/drawing/2014/main" id="{D11AE14F-1B7E-41E6-B579-2F71D13503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56178" y="592621"/>
            <a:ext cx="6723707" cy="2482699"/>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2" name="Title 1">
            <a:extLst>
              <a:ext uri="{FF2B5EF4-FFF2-40B4-BE49-F238E27FC236}">
                <a16:creationId xmlns:a16="http://schemas.microsoft.com/office/drawing/2014/main" id="{3778BAB5-C1DE-8DAD-E76F-BECA6F24C1F4}"/>
              </a:ext>
            </a:extLst>
          </p:cNvPr>
          <p:cNvSpPr>
            <a:spLocks noGrp="1"/>
          </p:cNvSpPr>
          <p:nvPr>
            <p:ph type="title"/>
          </p:nvPr>
        </p:nvSpPr>
        <p:spPr>
          <a:xfrm>
            <a:off x="1278258" y="735412"/>
            <a:ext cx="6492542" cy="2247787"/>
          </a:xfrm>
        </p:spPr>
        <p:txBody>
          <a:bodyPr vert="horz" lIns="61722" tIns="30861" rIns="61722" bIns="30861" rtlCol="0" anchor="ctr">
            <a:normAutofit/>
          </a:bodyPr>
          <a:lstStyle/>
          <a:p>
            <a:r>
              <a:rPr lang="en-US" sz="4050" dirty="0">
                <a:solidFill>
                  <a:srgbClr val="FFFFFF"/>
                </a:solidFill>
              </a:rPr>
              <a:t>6.1 </a:t>
            </a:r>
            <a:br>
              <a:rPr lang="en-US" sz="4050" dirty="0">
                <a:solidFill>
                  <a:srgbClr val="FFFFFF"/>
                </a:solidFill>
              </a:rPr>
            </a:br>
            <a:r>
              <a:rPr lang="en-US" sz="4050" dirty="0">
                <a:solidFill>
                  <a:srgbClr val="FFFFFF"/>
                </a:solidFill>
              </a:rPr>
              <a:t>Attribute table</a:t>
            </a:r>
          </a:p>
        </p:txBody>
      </p:sp>
      <p:sp>
        <p:nvSpPr>
          <p:cNvPr id="50" name="Rectangle 49">
            <a:extLst>
              <a:ext uri="{FF2B5EF4-FFF2-40B4-BE49-F238E27FC236}">
                <a16:creationId xmlns:a16="http://schemas.microsoft.com/office/drawing/2014/main" id="{752BB805-F7B7-4B80-A1C5-385D4DAF74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56133" y="3149018"/>
            <a:ext cx="6723753" cy="1398925"/>
          </a:xfrm>
          <a:prstGeom prst="rect">
            <a:avLst/>
          </a:prstGeom>
          <a:solidFill>
            <a:srgbClr val="6C7781">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Tree>
    <p:extLst>
      <p:ext uri="{BB962C8B-B14F-4D97-AF65-F5344CB8AC3E}">
        <p14:creationId xmlns:p14="http://schemas.microsoft.com/office/powerpoint/2010/main" val="12395176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3" name="Rectangle 1027">
            <a:extLst>
              <a:ext uri="{FF2B5EF4-FFF2-40B4-BE49-F238E27FC236}">
                <a16:creationId xmlns:a16="http://schemas.microsoft.com/office/drawing/2014/main" id="{F91C3C4F-AFA8-48B3-AF1A-33AC2E596FD4}"/>
              </a:ext>
            </a:extLst>
          </p:cNvPr>
          <p:cNvSpPr>
            <a:spLocks noGrp="1" noChangeArrowheads="1"/>
          </p:cNvSpPr>
          <p:nvPr>
            <p:ph idx="1"/>
          </p:nvPr>
        </p:nvSpPr>
        <p:spPr>
          <a:xfrm>
            <a:off x="2631680" y="956454"/>
            <a:ext cx="3042439" cy="3886200"/>
          </a:xfrm>
        </p:spPr>
        <p:txBody>
          <a:bodyPr>
            <a:normAutofit fontScale="62500" lnSpcReduction="20000"/>
          </a:bodyPr>
          <a:lstStyle/>
          <a:p>
            <a:pPr>
              <a:buFont typeface="Courier New" panose="02070309020205020404" pitchFamily="49" charset="0"/>
              <a:buChar char="o"/>
            </a:pPr>
            <a:r>
              <a:rPr lang="en-US" altLang="en-US" sz="2600" dirty="0"/>
              <a:t>Cartography</a:t>
            </a:r>
          </a:p>
          <a:p>
            <a:pPr lvl="1">
              <a:buFont typeface="Wingdings" panose="05000000000000000000" pitchFamily="2" charset="2"/>
              <a:buChar char="ü"/>
            </a:pPr>
            <a:r>
              <a:rPr lang="en-US" altLang="en-US" sz="2240" dirty="0"/>
              <a:t>What is Cartography?</a:t>
            </a:r>
          </a:p>
          <a:p>
            <a:pPr lvl="1">
              <a:buFont typeface="Wingdings" panose="05000000000000000000" pitchFamily="2" charset="2"/>
              <a:buChar char="ü"/>
            </a:pPr>
            <a:r>
              <a:rPr lang="en-US" altLang="en-US" sz="2240" dirty="0"/>
              <a:t>What is map?</a:t>
            </a:r>
          </a:p>
          <a:p>
            <a:pPr>
              <a:buFont typeface="Courier New" panose="02070309020205020404" pitchFamily="49" charset="0"/>
              <a:buChar char="o"/>
            </a:pPr>
            <a:r>
              <a:rPr lang="en-US" altLang="en-US" sz="2600" dirty="0"/>
              <a:t>Data Standardization</a:t>
            </a:r>
          </a:p>
          <a:p>
            <a:pPr lvl="1">
              <a:buFont typeface="Wingdings" panose="05000000000000000000" pitchFamily="2" charset="2"/>
              <a:buChar char="ü"/>
            </a:pPr>
            <a:r>
              <a:rPr lang="en-US" altLang="zh-CN" sz="2240" dirty="0"/>
              <a:t>Density</a:t>
            </a:r>
          </a:p>
          <a:p>
            <a:pPr lvl="1">
              <a:buFont typeface="Wingdings" panose="05000000000000000000" pitchFamily="2" charset="2"/>
              <a:buChar char="ü"/>
            </a:pPr>
            <a:r>
              <a:rPr lang="en-US" altLang="en-US" sz="2240" dirty="0"/>
              <a:t>Proportion</a:t>
            </a:r>
          </a:p>
          <a:p>
            <a:pPr lvl="1">
              <a:buFont typeface="Wingdings" panose="05000000000000000000" pitchFamily="2" charset="2"/>
              <a:buChar char="ü"/>
            </a:pPr>
            <a:r>
              <a:rPr lang="en-US" altLang="en-US" sz="2240" dirty="0"/>
              <a:t>Relationship</a:t>
            </a:r>
          </a:p>
          <a:p>
            <a:pPr lvl="1">
              <a:buFont typeface="Wingdings" panose="05000000000000000000" pitchFamily="2" charset="2"/>
              <a:buChar char="ü"/>
            </a:pPr>
            <a:r>
              <a:rPr lang="en-US" altLang="en-US" sz="2240" dirty="0"/>
              <a:t>Statistic summaries</a:t>
            </a:r>
          </a:p>
          <a:p>
            <a:pPr>
              <a:buFont typeface="Courier New" panose="02070309020205020404" pitchFamily="49" charset="0"/>
              <a:buChar char="o"/>
            </a:pPr>
            <a:r>
              <a:rPr lang="en-US" altLang="en-US" sz="2600" dirty="0"/>
              <a:t>Data Classification</a:t>
            </a:r>
          </a:p>
          <a:p>
            <a:pPr lvl="1">
              <a:buFont typeface="Wingdings" panose="05000000000000000000" pitchFamily="2" charset="2"/>
              <a:buChar char="ü"/>
            </a:pPr>
            <a:r>
              <a:rPr lang="en-US" altLang="en-US" sz="2240" dirty="0"/>
              <a:t>Equal interval</a:t>
            </a:r>
          </a:p>
          <a:p>
            <a:pPr lvl="1">
              <a:buFont typeface="Wingdings" panose="05000000000000000000" pitchFamily="2" charset="2"/>
              <a:buChar char="ü"/>
            </a:pPr>
            <a:r>
              <a:rPr lang="en-US" altLang="en-US" sz="2240" dirty="0"/>
              <a:t>Quantiles</a:t>
            </a:r>
          </a:p>
          <a:p>
            <a:pPr lvl="1">
              <a:buFont typeface="Wingdings" panose="05000000000000000000" pitchFamily="2" charset="2"/>
              <a:buChar char="ü"/>
            </a:pPr>
            <a:r>
              <a:rPr lang="en-US" altLang="en-US" sz="2240" dirty="0"/>
              <a:t>Natural breaks</a:t>
            </a:r>
          </a:p>
          <a:p>
            <a:pPr lvl="1">
              <a:buFont typeface="Wingdings" panose="05000000000000000000" pitchFamily="2" charset="2"/>
              <a:buChar char="ü"/>
            </a:pPr>
            <a:r>
              <a:rPr lang="en-US" altLang="en-US" sz="2240" dirty="0"/>
              <a:t>Standard deviation</a:t>
            </a: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3</a:t>
            </a:fld>
            <a:endParaRPr lang="en-US"/>
          </a:p>
        </p:txBody>
      </p:sp>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247135" y="389510"/>
            <a:ext cx="8077200" cy="534661"/>
          </a:xfrm>
          <a:prstGeom prst="rect">
            <a:avLst/>
          </a:prstGeom>
        </p:spPr>
        <p:txBody>
          <a:bodyPr vert="horz" lIns="91440" tIns="45720" rIns="91440" bIns="45720" rtlCol="0" anchor="ctr">
            <a:normAutofit lnSpcReduction="10000"/>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O</a:t>
            </a:r>
            <a:r>
              <a:rPr lang="en-US" altLang="zh-CN" sz="3200" dirty="0">
                <a:solidFill>
                  <a:srgbClr val="7030A0"/>
                </a:solidFill>
              </a:rPr>
              <a:t>verview</a:t>
            </a:r>
            <a:endParaRPr lang="en-US" sz="2600" dirty="0">
              <a:solidFill>
                <a:srgbClr val="7030A0"/>
              </a:solidFill>
            </a:endParaRPr>
          </a:p>
        </p:txBody>
      </p:sp>
    </p:spTree>
    <p:extLst>
      <p:ext uri="{BB962C8B-B14F-4D97-AF65-F5344CB8AC3E}">
        <p14:creationId xmlns:p14="http://schemas.microsoft.com/office/powerpoint/2010/main" val="59340556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3" name="Rectangle 1027">
            <a:extLst>
              <a:ext uri="{FF2B5EF4-FFF2-40B4-BE49-F238E27FC236}">
                <a16:creationId xmlns:a16="http://schemas.microsoft.com/office/drawing/2014/main" id="{F91C3C4F-AFA8-48B3-AF1A-33AC2E596FD4}"/>
              </a:ext>
            </a:extLst>
          </p:cNvPr>
          <p:cNvSpPr>
            <a:spLocks noGrp="1" noChangeArrowheads="1"/>
          </p:cNvSpPr>
          <p:nvPr>
            <p:ph idx="1"/>
          </p:nvPr>
        </p:nvSpPr>
        <p:spPr>
          <a:xfrm>
            <a:off x="378941" y="1803268"/>
            <a:ext cx="7850659" cy="2094300"/>
          </a:xfrm>
        </p:spPr>
        <p:txBody>
          <a:bodyPr>
            <a:normAutofit/>
          </a:bodyPr>
          <a:lstStyle/>
          <a:p>
            <a:pPr>
              <a:buFont typeface="Courier New" panose="02070309020205020404" pitchFamily="49" charset="0"/>
              <a:buChar char="o"/>
            </a:pPr>
            <a:r>
              <a:rPr lang="en-US" altLang="en-US" sz="2600" dirty="0"/>
              <a:t>Many different definitions, but only one ‘official’ definition for this course</a:t>
            </a:r>
          </a:p>
          <a:p>
            <a:pPr lvl="1">
              <a:buFont typeface="Wingdings" panose="05000000000000000000" pitchFamily="2" charset="2"/>
              <a:buChar char="ü"/>
            </a:pPr>
            <a:r>
              <a:rPr lang="en-US" altLang="en-US" sz="2160" dirty="0"/>
              <a:t>The art, science, and technology of making maps, together with their study as scientific documents and works of art - </a:t>
            </a:r>
            <a:r>
              <a:rPr lang="en-US" altLang="en-US" sz="2160" i="1" dirty="0">
                <a:solidFill>
                  <a:srgbClr val="FF0000"/>
                </a:solidFill>
              </a:rPr>
              <a:t>by International Cartographic Association</a:t>
            </a:r>
          </a:p>
          <a:p>
            <a:pPr>
              <a:buFont typeface="Courier New" panose="02070309020205020404" pitchFamily="49" charset="0"/>
              <a:buChar char="o"/>
            </a:pPr>
            <a:endParaRPr lang="en-US" altLang="en-US" sz="2600" dirty="0"/>
          </a:p>
          <a:p>
            <a:pPr marL="411480" lvl="1" indent="0">
              <a:buNone/>
            </a:pPr>
            <a:endParaRPr lang="en-US" altLang="en-US" sz="2160" dirty="0"/>
          </a:p>
          <a:p>
            <a:pPr marL="411480" lvl="1" indent="0">
              <a:buNone/>
            </a:pPr>
            <a:endParaRPr lang="en-US" altLang="en-US" sz="2160" dirty="0"/>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4</a:t>
            </a:fld>
            <a:endParaRPr lang="en-US"/>
          </a:p>
        </p:txBody>
      </p:sp>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265670" y="19548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What is Cartography?</a:t>
            </a:r>
            <a:endParaRPr lang="en-US" sz="2600" i="1" dirty="0">
              <a:solidFill>
                <a:srgbClr val="7030A0"/>
              </a:solidFill>
            </a:endParaRPr>
          </a:p>
        </p:txBody>
      </p:sp>
    </p:spTree>
    <p:extLst>
      <p:ext uri="{BB962C8B-B14F-4D97-AF65-F5344CB8AC3E}">
        <p14:creationId xmlns:p14="http://schemas.microsoft.com/office/powerpoint/2010/main" val="4532549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3" name="Rectangle 1027">
            <a:extLst>
              <a:ext uri="{FF2B5EF4-FFF2-40B4-BE49-F238E27FC236}">
                <a16:creationId xmlns:a16="http://schemas.microsoft.com/office/drawing/2014/main" id="{F91C3C4F-AFA8-48B3-AF1A-33AC2E596FD4}"/>
              </a:ext>
            </a:extLst>
          </p:cNvPr>
          <p:cNvSpPr>
            <a:spLocks noGrp="1" noChangeArrowheads="1"/>
          </p:cNvSpPr>
          <p:nvPr>
            <p:ph idx="1"/>
          </p:nvPr>
        </p:nvSpPr>
        <p:spPr>
          <a:xfrm>
            <a:off x="302740" y="1082048"/>
            <a:ext cx="7850659" cy="3834114"/>
          </a:xfrm>
        </p:spPr>
        <p:txBody>
          <a:bodyPr>
            <a:normAutofit fontScale="92500"/>
          </a:bodyPr>
          <a:lstStyle/>
          <a:p>
            <a:pPr>
              <a:buFont typeface="Courier New" panose="02070309020205020404" pitchFamily="49" charset="0"/>
              <a:buChar char="o"/>
            </a:pPr>
            <a:r>
              <a:rPr lang="en-US" altLang="en-US" sz="2600" dirty="0"/>
              <a:t>These terms are all used to describe the process of making maps. However, they are not synonymous with Cartography.</a:t>
            </a:r>
          </a:p>
          <a:p>
            <a:pPr lvl="1">
              <a:buFont typeface="Wingdings" panose="05000000000000000000" pitchFamily="2" charset="2"/>
              <a:buChar char="ü"/>
            </a:pPr>
            <a:r>
              <a:rPr lang="en-US" altLang="en-US" sz="2160" dirty="0"/>
              <a:t>GIS</a:t>
            </a:r>
          </a:p>
          <a:p>
            <a:pPr lvl="2">
              <a:buFont typeface="Arial" panose="020B0604020202020204" pitchFamily="34" charset="0"/>
              <a:buChar char="•"/>
            </a:pPr>
            <a:r>
              <a:rPr lang="en-US" altLang="en-US" sz="1800" dirty="0"/>
              <a:t>A computer-based system for collecting, managing, analyzing, modeling, and presenting geographic data for a wide range of application</a:t>
            </a:r>
          </a:p>
          <a:p>
            <a:pPr lvl="1">
              <a:buFont typeface="Wingdings" panose="05000000000000000000" pitchFamily="2" charset="2"/>
              <a:buChar char="ü"/>
            </a:pPr>
            <a:r>
              <a:rPr lang="en-US" altLang="en-US" sz="2160" dirty="0"/>
              <a:t>Visualization has no agreed-upon definition.</a:t>
            </a:r>
          </a:p>
          <a:p>
            <a:pPr lvl="2">
              <a:buFont typeface="Arial" panose="020B0604020202020204" pitchFamily="34" charset="0"/>
              <a:buChar char="•"/>
            </a:pPr>
            <a:r>
              <a:rPr lang="en-US" altLang="en-US" sz="1800" dirty="0"/>
              <a:t>The representation of data in a viewable medium or format – </a:t>
            </a:r>
            <a:r>
              <a:rPr lang="en-US" altLang="en-US" sz="1800" i="1" dirty="0"/>
              <a:t>by ESRI</a:t>
            </a:r>
          </a:p>
          <a:p>
            <a:pPr lvl="2">
              <a:buFont typeface="Arial" panose="020B0604020202020204" pitchFamily="34" charset="0"/>
              <a:buChar char="•"/>
            </a:pPr>
            <a:r>
              <a:rPr lang="en-US" altLang="en-US" sz="1800" dirty="0"/>
              <a:t>Include a reference to computer technologies and interactive maps</a:t>
            </a:r>
          </a:p>
          <a:p>
            <a:pPr lvl="1">
              <a:buFont typeface="Wingdings" panose="05000000000000000000" pitchFamily="2" charset="2"/>
              <a:buChar char="ü"/>
            </a:pPr>
            <a:r>
              <a:rPr lang="en-US" altLang="en-US" sz="2160" dirty="0"/>
              <a:t>Mapmaking</a:t>
            </a:r>
          </a:p>
          <a:p>
            <a:pPr lvl="2">
              <a:buFont typeface="Arial" panose="020B0604020202020204" pitchFamily="34" charset="0"/>
              <a:buChar char="•"/>
            </a:pPr>
            <a:r>
              <a:rPr lang="en-US" altLang="en-US" sz="1800" dirty="0"/>
              <a:t>Creating maps by any method</a:t>
            </a: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5</a:t>
            </a:fld>
            <a:endParaRPr lang="en-US"/>
          </a:p>
        </p:txBody>
      </p:sp>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189469" y="14523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GIS, Visualization, and Mapmaking</a:t>
            </a:r>
            <a:endParaRPr lang="en-US" sz="2600" dirty="0">
              <a:solidFill>
                <a:srgbClr val="7030A0"/>
              </a:solidFill>
            </a:endParaRPr>
          </a:p>
        </p:txBody>
      </p:sp>
    </p:spTree>
    <p:extLst>
      <p:ext uri="{BB962C8B-B14F-4D97-AF65-F5344CB8AC3E}">
        <p14:creationId xmlns:p14="http://schemas.microsoft.com/office/powerpoint/2010/main" val="22338997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3" name="Rectangle 1027">
            <a:extLst>
              <a:ext uri="{FF2B5EF4-FFF2-40B4-BE49-F238E27FC236}">
                <a16:creationId xmlns:a16="http://schemas.microsoft.com/office/drawing/2014/main" id="{F91C3C4F-AFA8-48B3-AF1A-33AC2E596FD4}"/>
              </a:ext>
            </a:extLst>
          </p:cNvPr>
          <p:cNvSpPr>
            <a:spLocks noGrp="1" noChangeArrowheads="1"/>
          </p:cNvSpPr>
          <p:nvPr>
            <p:ph idx="1"/>
          </p:nvPr>
        </p:nvSpPr>
        <p:spPr>
          <a:xfrm>
            <a:off x="302740" y="1029962"/>
            <a:ext cx="7850659" cy="3122937"/>
          </a:xfrm>
        </p:spPr>
        <p:txBody>
          <a:bodyPr>
            <a:normAutofit fontScale="92500" lnSpcReduction="10000"/>
          </a:bodyPr>
          <a:lstStyle/>
          <a:p>
            <a:pPr>
              <a:buFont typeface="Courier New" panose="02070309020205020404" pitchFamily="49" charset="0"/>
              <a:buChar char="o"/>
            </a:pPr>
            <a:r>
              <a:rPr lang="en-US" altLang="en-US" sz="2600" dirty="0"/>
              <a:t>Many different definitions, but only one ‘official’ definition for this course</a:t>
            </a:r>
          </a:p>
          <a:p>
            <a:pPr lvl="1">
              <a:buFont typeface="Wingdings" panose="05000000000000000000" pitchFamily="2" charset="2"/>
              <a:buChar char="ü"/>
            </a:pPr>
            <a:r>
              <a:rPr lang="en-US" altLang="en-US" sz="2160" dirty="0"/>
              <a:t>A map is a </a:t>
            </a:r>
            <a:r>
              <a:rPr lang="en-US" altLang="en-US" sz="2160" dirty="0">
                <a:solidFill>
                  <a:srgbClr val="FF0000"/>
                </a:solidFill>
              </a:rPr>
              <a:t>reduced, selective, and symbolized </a:t>
            </a:r>
            <a:r>
              <a:rPr lang="en-US" altLang="en-US" sz="2160" dirty="0"/>
              <a:t>graphical representation of the environment </a:t>
            </a:r>
          </a:p>
          <a:p>
            <a:pPr lvl="2">
              <a:buFont typeface="Arial" panose="020B0604020202020204" pitchFamily="34" charset="0"/>
              <a:buChar char="•"/>
            </a:pPr>
            <a:r>
              <a:rPr lang="en-US" altLang="en-US" sz="1800" dirty="0"/>
              <a:t>Reduced: we reduce the size of the spatial phenomenon being represented onto a more reasonably sized piece of paper.</a:t>
            </a:r>
          </a:p>
          <a:p>
            <a:pPr lvl="2">
              <a:buFont typeface="Arial" panose="020B0604020202020204" pitchFamily="34" charset="0"/>
              <a:buChar char="•"/>
            </a:pPr>
            <a:r>
              <a:rPr lang="en-US" altLang="en-US" sz="2160" dirty="0"/>
              <a:t>Selective: </a:t>
            </a:r>
            <a:r>
              <a:rPr lang="en-US" altLang="zh-CN" sz="1800" dirty="0"/>
              <a:t>The maps should only include items that are directly related to the message of the map. </a:t>
            </a:r>
          </a:p>
          <a:p>
            <a:pPr lvl="2">
              <a:buFont typeface="Arial" panose="020B0604020202020204" pitchFamily="34" charset="0"/>
              <a:buChar char="•"/>
            </a:pPr>
            <a:r>
              <a:rPr lang="en-US" altLang="en-US" sz="1800" dirty="0"/>
              <a:t>Symbolized: The </a:t>
            </a:r>
            <a:r>
              <a:rPr lang="en-US" altLang="zh-CN" sz="1800" dirty="0"/>
              <a:t>item being mapped by using a representative symbol. </a:t>
            </a:r>
            <a:endParaRPr lang="en-US" altLang="en-US" sz="1800" dirty="0"/>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6</a:t>
            </a:fld>
            <a:endParaRPr lang="en-US"/>
          </a:p>
        </p:txBody>
      </p:sp>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302740" y="173884"/>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What’s a Map?</a:t>
            </a:r>
            <a:endParaRPr lang="en-US" sz="2600" dirty="0">
              <a:solidFill>
                <a:srgbClr val="7030A0"/>
              </a:solidFill>
            </a:endParaRPr>
          </a:p>
        </p:txBody>
      </p:sp>
    </p:spTree>
    <p:extLst>
      <p:ext uri="{BB962C8B-B14F-4D97-AF65-F5344CB8AC3E}">
        <p14:creationId xmlns:p14="http://schemas.microsoft.com/office/powerpoint/2010/main" val="198131426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3" name="Rectangle 1027">
            <a:extLst>
              <a:ext uri="{FF2B5EF4-FFF2-40B4-BE49-F238E27FC236}">
                <a16:creationId xmlns:a16="http://schemas.microsoft.com/office/drawing/2014/main" id="{F91C3C4F-AFA8-48B3-AF1A-33AC2E596FD4}"/>
              </a:ext>
            </a:extLst>
          </p:cNvPr>
          <p:cNvSpPr>
            <a:spLocks noGrp="1" noChangeArrowheads="1"/>
          </p:cNvSpPr>
          <p:nvPr>
            <p:ph idx="1"/>
          </p:nvPr>
        </p:nvSpPr>
        <p:spPr>
          <a:xfrm>
            <a:off x="302741" y="922910"/>
            <a:ext cx="7850659" cy="857250"/>
          </a:xfrm>
        </p:spPr>
        <p:txBody>
          <a:bodyPr>
            <a:normAutofit/>
          </a:bodyPr>
          <a:lstStyle/>
          <a:p>
            <a:pPr>
              <a:buFont typeface="Courier New" panose="02070309020205020404" pitchFamily="49" charset="0"/>
              <a:buChar char="o"/>
            </a:pPr>
            <a:r>
              <a:rPr lang="en-US" altLang="en-US" sz="2000" dirty="0"/>
              <a:t>General-reference maps – United States</a:t>
            </a:r>
          </a:p>
          <a:p>
            <a:pPr lvl="1">
              <a:buFont typeface="Wingdings" panose="05000000000000000000" pitchFamily="2" charset="2"/>
              <a:buChar char="ü"/>
            </a:pPr>
            <a:r>
              <a:rPr lang="en-US" altLang="en-US" sz="2000" dirty="0"/>
              <a:t>It is reduced, selective, symbolized</a:t>
            </a: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7</a:t>
            </a:fld>
            <a:endParaRPr lang="en-US"/>
          </a:p>
        </p:txBody>
      </p:sp>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302740" y="227338"/>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What is a Map?</a:t>
            </a:r>
            <a:endParaRPr lang="en-US" sz="2600" dirty="0">
              <a:solidFill>
                <a:srgbClr val="7030A0"/>
              </a:solidFill>
            </a:endParaRPr>
          </a:p>
        </p:txBody>
      </p:sp>
      <p:pic>
        <p:nvPicPr>
          <p:cNvPr id="8" name="Picture 7">
            <a:hlinkClick r:id="rId3"/>
            <a:extLst>
              <a:ext uri="{FF2B5EF4-FFF2-40B4-BE49-F238E27FC236}">
                <a16:creationId xmlns:a16="http://schemas.microsoft.com/office/drawing/2014/main" id="{4AD29516-F2D6-1C25-DF8F-8A1E0FC29F78}"/>
              </a:ext>
            </a:extLst>
          </p:cNvPr>
          <p:cNvPicPr>
            <a:picLocks noChangeAspect="1"/>
          </p:cNvPicPr>
          <p:nvPr/>
        </p:nvPicPr>
        <p:blipFill>
          <a:blip r:embed="rId4"/>
          <a:stretch>
            <a:fillRect/>
          </a:stretch>
        </p:blipFill>
        <p:spPr>
          <a:xfrm>
            <a:off x="1310640" y="1780160"/>
            <a:ext cx="5356860" cy="2702238"/>
          </a:xfrm>
          <a:prstGeom prst="rect">
            <a:avLst/>
          </a:prstGeom>
        </p:spPr>
      </p:pic>
      <p:sp>
        <p:nvSpPr>
          <p:cNvPr id="9" name="TextBox 8">
            <a:extLst>
              <a:ext uri="{FF2B5EF4-FFF2-40B4-BE49-F238E27FC236}">
                <a16:creationId xmlns:a16="http://schemas.microsoft.com/office/drawing/2014/main" id="{279DCF52-2BCB-C269-DCBC-617C9F7101DD}"/>
              </a:ext>
            </a:extLst>
          </p:cNvPr>
          <p:cNvSpPr txBox="1"/>
          <p:nvPr/>
        </p:nvSpPr>
        <p:spPr>
          <a:xfrm>
            <a:off x="2512540" y="4546830"/>
            <a:ext cx="3080540" cy="307777"/>
          </a:xfrm>
          <a:prstGeom prst="rect">
            <a:avLst/>
          </a:prstGeom>
          <a:noFill/>
        </p:spPr>
        <p:txBody>
          <a:bodyPr wrap="square" rtlCol="0">
            <a:spAutoFit/>
          </a:bodyPr>
          <a:lstStyle/>
          <a:p>
            <a:r>
              <a:rPr lang="en-US" altLang="zh-CN" sz="1400" dirty="0"/>
              <a:t>General Reference Map United States</a:t>
            </a:r>
            <a:endParaRPr lang="zh-CN" altLang="en-US" sz="1400" dirty="0"/>
          </a:p>
        </p:txBody>
      </p:sp>
    </p:spTree>
    <p:extLst>
      <p:ext uri="{BB962C8B-B14F-4D97-AF65-F5344CB8AC3E}">
        <p14:creationId xmlns:p14="http://schemas.microsoft.com/office/powerpoint/2010/main" val="119456572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0A9B2EB-D098-68B8-CA3A-E8D2AE1AB2C5}"/>
              </a:ext>
            </a:extLst>
          </p:cNvPr>
          <p:cNvSpPr>
            <a:spLocks noGrp="1"/>
          </p:cNvSpPr>
          <p:nvPr>
            <p:ph type="sldNum" sz="quarter" idx="12"/>
          </p:nvPr>
        </p:nvSpPr>
        <p:spPr/>
        <p:txBody>
          <a:bodyPr/>
          <a:lstStyle/>
          <a:p>
            <a:fld id="{127DDC20-79C9-9647-820E-6D40A3D210C3}" type="slidenum">
              <a:rPr lang="en-US" smtClean="0"/>
              <a:pPr/>
              <a:t>8</a:t>
            </a:fld>
            <a:endParaRPr lang="en-US"/>
          </a:p>
        </p:txBody>
      </p:sp>
      <p:pic>
        <p:nvPicPr>
          <p:cNvPr id="6" name="Picture 5">
            <a:hlinkClick r:id="rId2"/>
            <a:extLst>
              <a:ext uri="{FF2B5EF4-FFF2-40B4-BE49-F238E27FC236}">
                <a16:creationId xmlns:a16="http://schemas.microsoft.com/office/drawing/2014/main" id="{7E812BCB-9F65-4189-A1DB-5E63BE494E6D}"/>
              </a:ext>
            </a:extLst>
          </p:cNvPr>
          <p:cNvPicPr>
            <a:picLocks noChangeAspect="1"/>
          </p:cNvPicPr>
          <p:nvPr/>
        </p:nvPicPr>
        <p:blipFill>
          <a:blip r:embed="rId3"/>
          <a:stretch>
            <a:fillRect/>
          </a:stretch>
        </p:blipFill>
        <p:spPr>
          <a:xfrm>
            <a:off x="1533525" y="1505074"/>
            <a:ext cx="5375910" cy="3312862"/>
          </a:xfrm>
          <a:prstGeom prst="rect">
            <a:avLst/>
          </a:prstGeom>
        </p:spPr>
      </p:pic>
      <p:sp>
        <p:nvSpPr>
          <p:cNvPr id="7" name="Title 1">
            <a:extLst>
              <a:ext uri="{FF2B5EF4-FFF2-40B4-BE49-F238E27FC236}">
                <a16:creationId xmlns:a16="http://schemas.microsoft.com/office/drawing/2014/main" id="{8A45BAB3-49EF-6C97-4C66-3A60BE405BEA}"/>
              </a:ext>
            </a:extLst>
          </p:cNvPr>
          <p:cNvSpPr txBox="1">
            <a:spLocks/>
          </p:cNvSpPr>
          <p:nvPr/>
        </p:nvSpPr>
        <p:spPr>
          <a:xfrm>
            <a:off x="302741" y="403538"/>
            <a:ext cx="8077200" cy="474988"/>
          </a:xfrm>
          <a:prstGeom prst="rect">
            <a:avLst/>
          </a:prstGeom>
        </p:spPr>
        <p:txBody>
          <a:bodyPr vert="horz" lIns="91440" tIns="45720" rIns="91440" bIns="45720" rtlCol="0" anchor="ctr">
            <a:normAutofit fontScale="92500" lnSpcReduction="20000"/>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What is a Map?</a:t>
            </a:r>
            <a:endParaRPr lang="en-US" sz="2600" dirty="0">
              <a:solidFill>
                <a:srgbClr val="7030A0"/>
              </a:solidFill>
            </a:endParaRPr>
          </a:p>
        </p:txBody>
      </p:sp>
      <p:sp>
        <p:nvSpPr>
          <p:cNvPr id="9" name="Rectangle 1027">
            <a:extLst>
              <a:ext uri="{FF2B5EF4-FFF2-40B4-BE49-F238E27FC236}">
                <a16:creationId xmlns:a16="http://schemas.microsoft.com/office/drawing/2014/main" id="{DC43F188-9F30-0D3C-EEB3-1177FB493624}"/>
              </a:ext>
            </a:extLst>
          </p:cNvPr>
          <p:cNvSpPr>
            <a:spLocks noGrp="1" noChangeArrowheads="1"/>
          </p:cNvSpPr>
          <p:nvPr>
            <p:ph idx="1"/>
          </p:nvPr>
        </p:nvSpPr>
        <p:spPr>
          <a:xfrm>
            <a:off x="378941" y="763176"/>
            <a:ext cx="7850659" cy="741898"/>
          </a:xfrm>
        </p:spPr>
        <p:txBody>
          <a:bodyPr>
            <a:normAutofit/>
          </a:bodyPr>
          <a:lstStyle/>
          <a:p>
            <a:pPr>
              <a:buFont typeface="Courier New" panose="02070309020205020404" pitchFamily="49" charset="0"/>
              <a:buChar char="o"/>
            </a:pPr>
            <a:r>
              <a:rPr lang="en-US" altLang="en-US" sz="1600" dirty="0"/>
              <a:t>General-reference maps – Atlanta Area</a:t>
            </a:r>
          </a:p>
          <a:p>
            <a:pPr lvl="1">
              <a:buFont typeface="Wingdings" panose="05000000000000000000" pitchFamily="2" charset="2"/>
              <a:buChar char="ü"/>
            </a:pPr>
            <a:r>
              <a:rPr lang="en-US" altLang="en-US" sz="1600" dirty="0"/>
              <a:t>It is reduced, selective, symbolized</a:t>
            </a:r>
          </a:p>
        </p:txBody>
      </p:sp>
    </p:spTree>
    <p:extLst>
      <p:ext uri="{BB962C8B-B14F-4D97-AF65-F5344CB8AC3E}">
        <p14:creationId xmlns:p14="http://schemas.microsoft.com/office/powerpoint/2010/main" val="111571415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3" name="Rectangle 1027">
            <a:extLst>
              <a:ext uri="{FF2B5EF4-FFF2-40B4-BE49-F238E27FC236}">
                <a16:creationId xmlns:a16="http://schemas.microsoft.com/office/drawing/2014/main" id="{F91C3C4F-AFA8-48B3-AF1A-33AC2E596FD4}"/>
              </a:ext>
            </a:extLst>
          </p:cNvPr>
          <p:cNvSpPr>
            <a:spLocks noGrp="1" noChangeArrowheads="1"/>
          </p:cNvSpPr>
          <p:nvPr>
            <p:ph idx="1"/>
          </p:nvPr>
        </p:nvSpPr>
        <p:spPr>
          <a:xfrm>
            <a:off x="302740" y="922910"/>
            <a:ext cx="7850659" cy="1254324"/>
          </a:xfrm>
        </p:spPr>
        <p:txBody>
          <a:bodyPr>
            <a:normAutofit fontScale="92500" lnSpcReduction="10000"/>
          </a:bodyPr>
          <a:lstStyle/>
          <a:p>
            <a:pPr>
              <a:buFont typeface="Courier New" panose="02070309020205020404" pitchFamily="49" charset="0"/>
              <a:buChar char="o"/>
            </a:pPr>
            <a:r>
              <a:rPr lang="en-US" altLang="en-US" sz="2600" dirty="0"/>
              <a:t>Special-purpose maps</a:t>
            </a:r>
          </a:p>
          <a:p>
            <a:pPr lvl="1">
              <a:buFont typeface="Wingdings" panose="05000000000000000000" pitchFamily="2" charset="2"/>
              <a:buChar char="ü"/>
            </a:pPr>
            <a:r>
              <a:rPr lang="en-US" altLang="en-US" sz="2160" dirty="0"/>
              <a:t>Large scale (showing a small area and much detail)</a:t>
            </a:r>
            <a:endParaRPr lang="en-US" altLang="en-US" sz="1800" dirty="0"/>
          </a:p>
          <a:p>
            <a:pPr lvl="1">
              <a:buFont typeface="Wingdings" panose="05000000000000000000" pitchFamily="2" charset="2"/>
              <a:buChar char="ü"/>
            </a:pPr>
            <a:r>
              <a:rPr lang="en-US" altLang="en-US" sz="2160" dirty="0"/>
              <a:t>Canal maps</a:t>
            </a:r>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9</a:t>
            </a:fld>
            <a:endParaRPr lang="en-US"/>
          </a:p>
        </p:txBody>
      </p:sp>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248073" y="196025"/>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What is a Map?</a:t>
            </a:r>
            <a:endParaRPr lang="en-US" sz="2600" dirty="0">
              <a:solidFill>
                <a:srgbClr val="7030A0"/>
              </a:solidFill>
            </a:endParaRPr>
          </a:p>
        </p:txBody>
      </p:sp>
      <p:pic>
        <p:nvPicPr>
          <p:cNvPr id="6" name="Picture 5">
            <a:hlinkClick r:id="rId3"/>
            <a:extLst>
              <a:ext uri="{FF2B5EF4-FFF2-40B4-BE49-F238E27FC236}">
                <a16:creationId xmlns:a16="http://schemas.microsoft.com/office/drawing/2014/main" id="{4BFC7706-42EC-918A-8206-4529ADB1DEC3}"/>
              </a:ext>
            </a:extLst>
          </p:cNvPr>
          <p:cNvPicPr>
            <a:picLocks noChangeAspect="1"/>
          </p:cNvPicPr>
          <p:nvPr/>
        </p:nvPicPr>
        <p:blipFill>
          <a:blip r:embed="rId4"/>
          <a:stretch>
            <a:fillRect/>
          </a:stretch>
        </p:blipFill>
        <p:spPr>
          <a:xfrm>
            <a:off x="2011532" y="2134653"/>
            <a:ext cx="3883844" cy="2725864"/>
          </a:xfrm>
          <a:prstGeom prst="rect">
            <a:avLst/>
          </a:prstGeom>
        </p:spPr>
      </p:pic>
    </p:spTree>
    <p:extLst>
      <p:ext uri="{BB962C8B-B14F-4D97-AF65-F5344CB8AC3E}">
        <p14:creationId xmlns:p14="http://schemas.microsoft.com/office/powerpoint/2010/main" val="54551361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3" name="Rectangle 1027">
            <a:extLst>
              <a:ext uri="{FF2B5EF4-FFF2-40B4-BE49-F238E27FC236}">
                <a16:creationId xmlns:a16="http://schemas.microsoft.com/office/drawing/2014/main" id="{F91C3C4F-AFA8-48B3-AF1A-33AC2E596FD4}"/>
              </a:ext>
            </a:extLst>
          </p:cNvPr>
          <p:cNvSpPr>
            <a:spLocks noGrp="1" noChangeArrowheads="1"/>
          </p:cNvSpPr>
          <p:nvPr>
            <p:ph idx="1"/>
          </p:nvPr>
        </p:nvSpPr>
        <p:spPr>
          <a:xfrm>
            <a:off x="302740" y="1029962"/>
            <a:ext cx="7850659" cy="2879098"/>
          </a:xfrm>
        </p:spPr>
        <p:txBody>
          <a:bodyPr>
            <a:normAutofit/>
          </a:bodyPr>
          <a:lstStyle/>
          <a:p>
            <a:pPr>
              <a:buFont typeface="Courier New" panose="02070309020205020404" pitchFamily="49" charset="0"/>
              <a:buChar char="o"/>
            </a:pPr>
            <a:r>
              <a:rPr lang="en-US" altLang="en-US" sz="2600" dirty="0"/>
              <a:t>Thematic maps</a:t>
            </a:r>
          </a:p>
          <a:p>
            <a:pPr lvl="1">
              <a:buFont typeface="Wingdings" panose="05000000000000000000" pitchFamily="2" charset="2"/>
              <a:buChar char="ü"/>
            </a:pPr>
            <a:r>
              <a:rPr lang="en-US" altLang="en-US" sz="2160" dirty="0"/>
              <a:t>Represent a single topic or theme (a single attribute or variable)</a:t>
            </a:r>
            <a:endParaRPr lang="en-US" altLang="en-US" sz="1800" dirty="0"/>
          </a:p>
          <a:p>
            <a:pPr lvl="1">
              <a:buFont typeface="Wingdings" panose="05000000000000000000" pitchFamily="2" charset="2"/>
              <a:buChar char="ü"/>
            </a:pPr>
            <a:r>
              <a:rPr lang="en-US" altLang="en-US" sz="2160" dirty="0"/>
              <a:t>Include only features that are directly related to the theme, or useful as reference</a:t>
            </a:r>
          </a:p>
          <a:p>
            <a:pPr lvl="1">
              <a:buFont typeface="Wingdings" panose="05000000000000000000" pitchFamily="2" charset="2"/>
              <a:buChar char="ü"/>
            </a:pPr>
            <a:r>
              <a:rPr lang="en-US" altLang="en-US" sz="2160" dirty="0"/>
              <a:t>Represent fewer features, in more depth</a:t>
            </a:r>
          </a:p>
          <a:p>
            <a:pPr marL="411480" lvl="1" indent="0">
              <a:buNone/>
            </a:pPr>
            <a:endParaRPr lang="en-US" altLang="en-US" sz="2160" dirty="0"/>
          </a:p>
        </p:txBody>
      </p:sp>
      <p:sp>
        <p:nvSpPr>
          <p:cNvPr id="2" name="Slide Number Placeholder 1">
            <a:extLst>
              <a:ext uri="{FF2B5EF4-FFF2-40B4-BE49-F238E27FC236}">
                <a16:creationId xmlns:a16="http://schemas.microsoft.com/office/drawing/2014/main" id="{6EDBF9BC-B3FC-4D00-B7E0-B2749A88364A}"/>
              </a:ext>
            </a:extLst>
          </p:cNvPr>
          <p:cNvSpPr>
            <a:spLocks noGrp="1"/>
          </p:cNvSpPr>
          <p:nvPr>
            <p:ph type="sldNum" sz="quarter" idx="12"/>
          </p:nvPr>
        </p:nvSpPr>
        <p:spPr/>
        <p:txBody>
          <a:bodyPr/>
          <a:lstStyle/>
          <a:p>
            <a:fld id="{127DDC20-79C9-9647-820E-6D40A3D210C3}" type="slidenum">
              <a:rPr lang="en-US" smtClean="0"/>
              <a:pPr/>
              <a:t>10</a:t>
            </a:fld>
            <a:endParaRPr lang="en-US"/>
          </a:p>
        </p:txBody>
      </p:sp>
      <p:cxnSp>
        <p:nvCxnSpPr>
          <p:cNvPr id="4" name="Straight Connector 3">
            <a:extLst>
              <a:ext uri="{FF2B5EF4-FFF2-40B4-BE49-F238E27FC236}">
                <a16:creationId xmlns:a16="http://schemas.microsoft.com/office/drawing/2014/main" id="{D4EB9696-B2DB-43F4-B52A-F64A3152234F}"/>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9D7B9A9B-3B1A-4D8A-8275-AAA1205C7D4E}"/>
              </a:ext>
            </a:extLst>
          </p:cNvPr>
          <p:cNvSpPr txBox="1">
            <a:spLocks/>
          </p:cNvSpPr>
          <p:nvPr/>
        </p:nvSpPr>
        <p:spPr>
          <a:xfrm>
            <a:off x="189469" y="135439"/>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What is a Map?</a:t>
            </a:r>
            <a:endParaRPr lang="en-US" sz="2600" dirty="0">
              <a:solidFill>
                <a:srgbClr val="7030A0"/>
              </a:solidFill>
            </a:endParaRPr>
          </a:p>
        </p:txBody>
      </p:sp>
    </p:spTree>
    <p:extLst>
      <p:ext uri="{BB962C8B-B14F-4D97-AF65-F5344CB8AC3E}">
        <p14:creationId xmlns:p14="http://schemas.microsoft.com/office/powerpoint/2010/main" val="211020481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Content Placeholder 5">
            <a:extLst>
              <a:ext uri="{FF2B5EF4-FFF2-40B4-BE49-F238E27FC236}">
                <a16:creationId xmlns:a16="http://schemas.microsoft.com/office/drawing/2014/main" id="{DB488658-66B1-159C-1A07-2038B322DDB3}"/>
              </a:ext>
            </a:extLst>
          </p:cNvPr>
          <p:cNvPicPr>
            <a:picLocks noGrp="1" noChangeAspect="1"/>
          </p:cNvPicPr>
          <p:nvPr>
            <p:ph idx="1"/>
          </p:nvPr>
        </p:nvPicPr>
        <p:blipFill>
          <a:blip r:embed="rId2"/>
          <a:stretch>
            <a:fillRect/>
          </a:stretch>
        </p:blipFill>
        <p:spPr>
          <a:xfrm>
            <a:off x="1693378" y="1032928"/>
            <a:ext cx="4949523" cy="3077643"/>
          </a:xfrm>
          <a:prstGeom prst="rect">
            <a:avLst/>
          </a:prstGeom>
        </p:spPr>
      </p:pic>
      <p:sp>
        <p:nvSpPr>
          <p:cNvPr id="4" name="Slide Number Placeholder 3">
            <a:extLst>
              <a:ext uri="{FF2B5EF4-FFF2-40B4-BE49-F238E27FC236}">
                <a16:creationId xmlns:a16="http://schemas.microsoft.com/office/drawing/2014/main" id="{C5142737-C0B2-C825-7034-1A509ABD08F6}"/>
              </a:ext>
            </a:extLst>
          </p:cNvPr>
          <p:cNvSpPr>
            <a:spLocks noGrp="1"/>
          </p:cNvSpPr>
          <p:nvPr>
            <p:ph type="sldNum" sz="quarter" idx="12"/>
          </p:nvPr>
        </p:nvSpPr>
        <p:spPr/>
        <p:txBody>
          <a:bodyPr/>
          <a:lstStyle/>
          <a:p>
            <a:fld id="{127DDC20-79C9-9647-820E-6D40A3D210C3}" type="slidenum">
              <a:rPr lang="en-US" smtClean="0"/>
              <a:pPr/>
              <a:t>11</a:t>
            </a:fld>
            <a:endParaRPr lang="en-US"/>
          </a:p>
        </p:txBody>
      </p:sp>
      <p:sp>
        <p:nvSpPr>
          <p:cNvPr id="7" name="TextBox 6">
            <a:extLst>
              <a:ext uri="{FF2B5EF4-FFF2-40B4-BE49-F238E27FC236}">
                <a16:creationId xmlns:a16="http://schemas.microsoft.com/office/drawing/2014/main" id="{79871BB7-3778-A00E-BE86-8D3D471D064A}"/>
              </a:ext>
            </a:extLst>
          </p:cNvPr>
          <p:cNvSpPr txBox="1"/>
          <p:nvPr/>
        </p:nvSpPr>
        <p:spPr>
          <a:xfrm>
            <a:off x="300865" y="4493193"/>
            <a:ext cx="6983855" cy="461665"/>
          </a:xfrm>
          <a:prstGeom prst="rect">
            <a:avLst/>
          </a:prstGeom>
          <a:noFill/>
        </p:spPr>
        <p:txBody>
          <a:bodyPr wrap="square" rtlCol="0">
            <a:spAutoFit/>
          </a:bodyPr>
          <a:lstStyle/>
          <a:p>
            <a:r>
              <a:rPr lang="en-US" altLang="zh-CN" sz="1200" i="1" dirty="0"/>
              <a:t>Credit: Cary Anderson© Penn State is licensed under </a:t>
            </a:r>
            <a:r>
              <a:rPr lang="en-US" altLang="zh-CN" sz="1200" i="1" u="sng" dirty="0">
                <a:hlinkClick r:id="rId3"/>
              </a:rPr>
              <a:t>CC BY-NC-SA 4.0</a:t>
            </a:r>
            <a:r>
              <a:rPr lang="en-US" altLang="zh-CN" sz="1200" i="1" dirty="0">
                <a:hlinkClick r:id="rId3"/>
              </a:rPr>
              <a:t>(link is external)</a:t>
            </a:r>
            <a:r>
              <a:rPr lang="en-US" altLang="zh-CN" sz="1200" i="1" dirty="0"/>
              <a:t>.</a:t>
            </a:r>
            <a:br>
              <a:rPr lang="en-US" altLang="zh-CN" sz="1200" dirty="0"/>
            </a:br>
            <a:r>
              <a:rPr lang="en-US" altLang="zh-CN" sz="1200" i="1" dirty="0"/>
              <a:t>Data Sources: Esri, US Census Bureau</a:t>
            </a:r>
            <a:endParaRPr lang="zh-CN" altLang="en-US" sz="1200" dirty="0"/>
          </a:p>
        </p:txBody>
      </p:sp>
      <p:sp>
        <p:nvSpPr>
          <p:cNvPr id="8" name="TextBox 7">
            <a:extLst>
              <a:ext uri="{FF2B5EF4-FFF2-40B4-BE49-F238E27FC236}">
                <a16:creationId xmlns:a16="http://schemas.microsoft.com/office/drawing/2014/main" id="{8DBD15BF-F2B2-08E8-8B58-BBE47449CE5F}"/>
              </a:ext>
            </a:extLst>
          </p:cNvPr>
          <p:cNvSpPr txBox="1"/>
          <p:nvPr/>
        </p:nvSpPr>
        <p:spPr>
          <a:xfrm>
            <a:off x="205740" y="493514"/>
            <a:ext cx="5814060" cy="369332"/>
          </a:xfrm>
          <a:prstGeom prst="rect">
            <a:avLst/>
          </a:prstGeom>
          <a:noFill/>
        </p:spPr>
        <p:txBody>
          <a:bodyPr wrap="square" rtlCol="0">
            <a:spAutoFit/>
          </a:bodyPr>
          <a:lstStyle/>
          <a:p>
            <a:r>
              <a:rPr lang="en-US" altLang="zh-CN" b="1" dirty="0"/>
              <a:t> A county-level map of unemployment.</a:t>
            </a:r>
            <a:endParaRPr lang="zh-CN" altLang="en-US" dirty="0"/>
          </a:p>
        </p:txBody>
      </p:sp>
    </p:spTree>
    <p:extLst>
      <p:ext uri="{BB962C8B-B14F-4D97-AF65-F5344CB8AC3E}">
        <p14:creationId xmlns:p14="http://schemas.microsoft.com/office/powerpoint/2010/main" val="291596936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84B2E103-2089-4F97-8645-36469765E76A}"/>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Title 1">
            <a:extLst>
              <a:ext uri="{FF2B5EF4-FFF2-40B4-BE49-F238E27FC236}">
                <a16:creationId xmlns:a16="http://schemas.microsoft.com/office/drawing/2014/main" id="{B54CCE4D-9869-4FDA-B92C-0A417C769927}"/>
              </a:ext>
            </a:extLst>
          </p:cNvPr>
          <p:cNvSpPr txBox="1">
            <a:spLocks/>
          </p:cNvSpPr>
          <p:nvPr/>
        </p:nvSpPr>
        <p:spPr>
          <a:xfrm>
            <a:off x="247135" y="17271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Standardization</a:t>
            </a:r>
            <a:endParaRPr lang="en-US" sz="2600" dirty="0">
              <a:solidFill>
                <a:srgbClr val="7030A0"/>
              </a:solidFill>
            </a:endParaRPr>
          </a:p>
        </p:txBody>
      </p:sp>
      <p:sp>
        <p:nvSpPr>
          <p:cNvPr id="9" name="Rectangle 1027">
            <a:extLst>
              <a:ext uri="{FF2B5EF4-FFF2-40B4-BE49-F238E27FC236}">
                <a16:creationId xmlns:a16="http://schemas.microsoft.com/office/drawing/2014/main" id="{C04F2C10-AC95-49D7-8B03-BB344818A224}"/>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600" dirty="0"/>
              <a:t>Normalization </a:t>
            </a:r>
          </a:p>
          <a:p>
            <a:pPr>
              <a:buFont typeface="Courier New" panose="02070309020205020404" pitchFamily="49" charset="0"/>
              <a:buChar char="o"/>
            </a:pPr>
            <a:r>
              <a:rPr lang="en-US" altLang="en-US" sz="2600" dirty="0"/>
              <a:t>Transformation of raw data values to different, more meaningful values</a:t>
            </a:r>
          </a:p>
          <a:p>
            <a:pPr lvl="1">
              <a:buFont typeface="Wingdings" panose="05000000000000000000" pitchFamily="2" charset="2"/>
              <a:buChar char="ü"/>
            </a:pPr>
            <a:r>
              <a:rPr lang="en-US" altLang="en-US" sz="2440" dirty="0"/>
              <a:t>To map </a:t>
            </a:r>
            <a:r>
              <a:rPr lang="en-US" altLang="en-US" sz="2440" u="sng" dirty="0"/>
              <a:t>densities</a:t>
            </a:r>
            <a:r>
              <a:rPr lang="en-US" altLang="en-US" sz="2440" dirty="0"/>
              <a:t> instead of ‘raw’ values</a:t>
            </a:r>
          </a:p>
          <a:p>
            <a:pPr lvl="1">
              <a:buFont typeface="Wingdings" panose="05000000000000000000" pitchFamily="2" charset="2"/>
              <a:buChar char="ü"/>
            </a:pPr>
            <a:r>
              <a:rPr lang="en-US" altLang="en-US" sz="2440" dirty="0"/>
              <a:t>To map </a:t>
            </a:r>
            <a:r>
              <a:rPr lang="en-US" altLang="en-US" sz="2440" u="sng" dirty="0"/>
              <a:t>proportions</a:t>
            </a:r>
            <a:r>
              <a:rPr lang="en-US" altLang="en-US" sz="2440" dirty="0"/>
              <a:t> between variables</a:t>
            </a:r>
          </a:p>
          <a:p>
            <a:pPr lvl="1">
              <a:buFont typeface="Wingdings" panose="05000000000000000000" pitchFamily="2" charset="2"/>
              <a:buChar char="ü"/>
            </a:pPr>
            <a:r>
              <a:rPr lang="en-US" altLang="en-US" sz="2440" dirty="0"/>
              <a:t>To map other </a:t>
            </a:r>
            <a:r>
              <a:rPr lang="en-US" altLang="en-US" sz="2440" u="sng" dirty="0"/>
              <a:t>relationships</a:t>
            </a:r>
            <a:r>
              <a:rPr lang="en-US" altLang="en-US" sz="2440" dirty="0"/>
              <a:t> between variables</a:t>
            </a:r>
          </a:p>
          <a:p>
            <a:pPr lvl="1">
              <a:buFont typeface="Wingdings" panose="05000000000000000000" pitchFamily="2" charset="2"/>
              <a:buChar char="ü"/>
            </a:pPr>
            <a:r>
              <a:rPr lang="en-US" altLang="en-US" sz="2440" dirty="0"/>
              <a:t>To map </a:t>
            </a:r>
            <a:r>
              <a:rPr lang="en-US" altLang="en-US" sz="2440" u="sng" dirty="0"/>
              <a:t>statistic summaries</a:t>
            </a:r>
          </a:p>
          <a:p>
            <a:pPr marL="0" indent="0">
              <a:buNone/>
            </a:pPr>
            <a:endParaRPr lang="en-US" altLang="en-US" sz="2600" dirty="0"/>
          </a:p>
        </p:txBody>
      </p:sp>
      <p:sp>
        <p:nvSpPr>
          <p:cNvPr id="3" name="Slide Number Placeholder 2">
            <a:extLst>
              <a:ext uri="{FF2B5EF4-FFF2-40B4-BE49-F238E27FC236}">
                <a16:creationId xmlns:a16="http://schemas.microsoft.com/office/drawing/2014/main" id="{38C1460A-BB2D-433B-8C17-105B8485F5F1}"/>
              </a:ext>
            </a:extLst>
          </p:cNvPr>
          <p:cNvSpPr>
            <a:spLocks noGrp="1"/>
          </p:cNvSpPr>
          <p:nvPr>
            <p:ph type="sldNum" sz="quarter" idx="12"/>
          </p:nvPr>
        </p:nvSpPr>
        <p:spPr/>
        <p:txBody>
          <a:bodyPr/>
          <a:lstStyle/>
          <a:p>
            <a:fld id="{127DDC20-79C9-9647-820E-6D40A3D210C3}" type="slidenum">
              <a:rPr lang="en-US" smtClean="0"/>
              <a:pPr/>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FB9D23F4-9B68-4368-9A28-B7E2B09966D6}"/>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tle 1">
            <a:extLst>
              <a:ext uri="{FF2B5EF4-FFF2-40B4-BE49-F238E27FC236}">
                <a16:creationId xmlns:a16="http://schemas.microsoft.com/office/drawing/2014/main" id="{D3A0E776-BFFF-4FE5-ADEA-30D2A4F7D530}"/>
              </a:ext>
            </a:extLst>
          </p:cNvPr>
          <p:cNvSpPr txBox="1">
            <a:spLocks/>
          </p:cNvSpPr>
          <p:nvPr/>
        </p:nvSpPr>
        <p:spPr>
          <a:xfrm>
            <a:off x="302741" y="17271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Mapping Density</a:t>
            </a:r>
            <a:endParaRPr lang="en-US" sz="2600" dirty="0">
              <a:solidFill>
                <a:srgbClr val="7030A0"/>
              </a:solidFill>
            </a:endParaRPr>
          </a:p>
        </p:txBody>
      </p:sp>
      <p:sp>
        <p:nvSpPr>
          <p:cNvPr id="3" name="Rectangle 1027">
            <a:extLst>
              <a:ext uri="{FF2B5EF4-FFF2-40B4-BE49-F238E27FC236}">
                <a16:creationId xmlns:a16="http://schemas.microsoft.com/office/drawing/2014/main" id="{92294B73-0665-4546-B028-CB92EE135C3C}"/>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600" dirty="0"/>
              <a:t>How much of a particular thing exists within a given area </a:t>
            </a:r>
          </a:p>
          <a:p>
            <a:pPr>
              <a:buFont typeface="Courier New" panose="02070309020205020404" pitchFamily="49" charset="0"/>
              <a:buChar char="o"/>
            </a:pPr>
            <a:r>
              <a:rPr lang="en-US" altLang="en-US" sz="2600" dirty="0"/>
              <a:t>Mapping density is not necessary if the goal is to show where ‘more’ is</a:t>
            </a:r>
          </a:p>
          <a:p>
            <a:pPr lvl="1">
              <a:buFont typeface="Wingdings" panose="05000000000000000000" pitchFamily="2" charset="2"/>
              <a:buChar char="ü"/>
            </a:pPr>
            <a:r>
              <a:rPr lang="en-US" altLang="en-US" sz="2440" dirty="0"/>
              <a:t>Larger </a:t>
            </a:r>
            <a:r>
              <a:rPr lang="en-US" altLang="en-US" sz="2440" u="sng" dirty="0"/>
              <a:t>enumeration units </a:t>
            </a:r>
            <a:r>
              <a:rPr lang="en-US" altLang="en-US" sz="2440" dirty="0"/>
              <a:t>often have ‘more’ of  a particular thing</a:t>
            </a:r>
          </a:p>
          <a:p>
            <a:pPr lvl="1">
              <a:buFont typeface="Wingdings" panose="05000000000000000000" pitchFamily="2" charset="2"/>
              <a:buChar char="ü"/>
            </a:pPr>
            <a:r>
              <a:rPr lang="en-US" altLang="en-US" sz="2440" dirty="0"/>
              <a:t>Accounting for the varying sizes of enumeration units can be more revealing</a:t>
            </a:r>
          </a:p>
          <a:p>
            <a:pPr marL="0" indent="0">
              <a:buNone/>
            </a:pPr>
            <a:endParaRPr lang="en-US" altLang="en-US" sz="2600" dirty="0"/>
          </a:p>
        </p:txBody>
      </p:sp>
      <p:sp>
        <p:nvSpPr>
          <p:cNvPr id="2" name="Slide Number Placeholder 1">
            <a:extLst>
              <a:ext uri="{FF2B5EF4-FFF2-40B4-BE49-F238E27FC236}">
                <a16:creationId xmlns:a16="http://schemas.microsoft.com/office/drawing/2014/main" id="{58CBB8DE-8DB3-41D1-BEB7-185147DD0478}"/>
              </a:ext>
            </a:extLst>
          </p:cNvPr>
          <p:cNvSpPr>
            <a:spLocks noGrp="1"/>
          </p:cNvSpPr>
          <p:nvPr>
            <p:ph type="sldNum" sz="quarter" idx="12"/>
          </p:nvPr>
        </p:nvSpPr>
        <p:spPr/>
        <p:txBody>
          <a:bodyPr/>
          <a:lstStyle/>
          <a:p>
            <a:fld id="{127DDC20-79C9-9647-820E-6D40A3D210C3}" type="slidenum">
              <a:rPr lang="en-US" smtClean="0"/>
              <a:pPr/>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descr="Image of Population"/>
          <p:cNvPicPr>
            <a:picLocks noChangeAspect="1" noChangeArrowheads="1"/>
          </p:cNvPicPr>
          <p:nvPr/>
        </p:nvPicPr>
        <p:blipFill>
          <a:blip r:embed="rId3" cstate="print"/>
          <a:srcRect/>
          <a:stretch>
            <a:fillRect/>
          </a:stretch>
        </p:blipFill>
        <p:spPr bwMode="auto">
          <a:xfrm>
            <a:off x="293804" y="2250406"/>
            <a:ext cx="3131816" cy="2318985"/>
          </a:xfrm>
          <a:prstGeom prst="rect">
            <a:avLst/>
          </a:prstGeom>
          <a:noFill/>
          <a:ln w="9525">
            <a:solidFill>
              <a:schemeClr val="tx1"/>
            </a:solidFill>
            <a:miter lim="800000"/>
            <a:headEnd/>
            <a:tailEnd/>
          </a:ln>
        </p:spPr>
      </p:pic>
      <p:sp>
        <p:nvSpPr>
          <p:cNvPr id="7172" name="Rectangle 4"/>
          <p:cNvSpPr>
            <a:spLocks noChangeArrowheads="1"/>
          </p:cNvSpPr>
          <p:nvPr/>
        </p:nvSpPr>
        <p:spPr bwMode="auto">
          <a:xfrm>
            <a:off x="4818288" y="1400799"/>
            <a:ext cx="1537600" cy="320857"/>
          </a:xfrm>
          <a:prstGeom prst="rect">
            <a:avLst/>
          </a:prstGeom>
          <a:solidFill>
            <a:schemeClr val="bg1"/>
          </a:solidFill>
          <a:ln w="9525">
            <a:solidFill>
              <a:srgbClr val="FF0000"/>
            </a:solidFill>
            <a:miter lim="800000"/>
            <a:headEnd/>
            <a:tailEnd/>
          </a:ln>
        </p:spPr>
        <p:txBody>
          <a:bodyPr wrap="none">
            <a:spAutoFit/>
          </a:bodyPr>
          <a:lstStyle/>
          <a:p>
            <a:pPr algn="l"/>
            <a:r>
              <a:rPr lang="en-US" sz="1485" dirty="0">
                <a:solidFill>
                  <a:srgbClr val="000000"/>
                </a:solidFill>
                <a:latin typeface="Arial" charset="0"/>
                <a:cs typeface="Arial" charset="0"/>
              </a:rPr>
              <a:t>Population/Area</a:t>
            </a:r>
          </a:p>
        </p:txBody>
      </p:sp>
      <p:sp>
        <p:nvSpPr>
          <p:cNvPr id="7173" name="Rectangle 5"/>
          <p:cNvSpPr>
            <a:spLocks noChangeArrowheads="1"/>
          </p:cNvSpPr>
          <p:nvPr/>
        </p:nvSpPr>
        <p:spPr bwMode="auto">
          <a:xfrm>
            <a:off x="4610940" y="1785560"/>
            <a:ext cx="2081019" cy="279307"/>
          </a:xfrm>
          <a:prstGeom prst="rect">
            <a:avLst/>
          </a:prstGeom>
          <a:solidFill>
            <a:schemeClr val="bg1"/>
          </a:solidFill>
          <a:ln w="9525">
            <a:solidFill>
              <a:srgbClr val="FF0000"/>
            </a:solidFill>
            <a:miter lim="800000"/>
            <a:headEnd/>
            <a:tailEnd/>
          </a:ln>
        </p:spPr>
        <p:txBody>
          <a:bodyPr wrap="none">
            <a:spAutoFit/>
          </a:bodyPr>
          <a:lstStyle/>
          <a:p>
            <a:pPr algn="l"/>
            <a:r>
              <a:rPr lang="en-US" sz="1215" dirty="0">
                <a:solidFill>
                  <a:srgbClr val="000000"/>
                </a:solidFill>
                <a:latin typeface="Arial" charset="0"/>
                <a:cs typeface="Arial" charset="0"/>
              </a:rPr>
              <a:t>“Persons per Square Miles”</a:t>
            </a:r>
          </a:p>
        </p:txBody>
      </p:sp>
      <p:pic>
        <p:nvPicPr>
          <p:cNvPr id="1026" name="Picture 2" descr="Image of Population density"/>
          <p:cNvPicPr>
            <a:picLocks noChangeAspect="1" noChangeArrowheads="1"/>
          </p:cNvPicPr>
          <p:nvPr/>
        </p:nvPicPr>
        <p:blipFill>
          <a:blip r:embed="rId4" cstate="print"/>
          <a:srcRect/>
          <a:stretch>
            <a:fillRect/>
          </a:stretch>
        </p:blipFill>
        <p:spPr bwMode="auto">
          <a:xfrm>
            <a:off x="3989078" y="2250406"/>
            <a:ext cx="3131816" cy="2318985"/>
          </a:xfrm>
          <a:prstGeom prst="rect">
            <a:avLst/>
          </a:prstGeom>
          <a:noFill/>
          <a:ln w="9525">
            <a:solidFill>
              <a:schemeClr val="tx1"/>
            </a:solidFill>
            <a:miter lim="800000"/>
            <a:headEnd/>
            <a:tailEnd/>
          </a:ln>
        </p:spPr>
      </p:pic>
      <p:sp>
        <p:nvSpPr>
          <p:cNvPr id="7" name="Rectangle 5"/>
          <p:cNvSpPr>
            <a:spLocks noChangeArrowheads="1"/>
          </p:cNvSpPr>
          <p:nvPr/>
        </p:nvSpPr>
        <p:spPr bwMode="auto">
          <a:xfrm>
            <a:off x="1150767" y="2358990"/>
            <a:ext cx="1465658" cy="279307"/>
          </a:xfrm>
          <a:prstGeom prst="rect">
            <a:avLst/>
          </a:prstGeom>
          <a:solidFill>
            <a:schemeClr val="bg1"/>
          </a:solidFill>
          <a:ln w="9525">
            <a:noFill/>
            <a:miter lim="800000"/>
            <a:headEnd/>
            <a:tailEnd/>
          </a:ln>
        </p:spPr>
        <p:txBody>
          <a:bodyPr wrap="none">
            <a:spAutoFit/>
          </a:bodyPr>
          <a:lstStyle/>
          <a:p>
            <a:r>
              <a:rPr lang="en-US" sz="1215" spc="54" dirty="0">
                <a:solidFill>
                  <a:srgbClr val="000000"/>
                </a:solidFill>
                <a:latin typeface="Arial" charset="0"/>
                <a:cs typeface="Arial" charset="0"/>
              </a:rPr>
              <a:t>Population, 2010</a:t>
            </a:r>
          </a:p>
        </p:txBody>
      </p:sp>
      <p:sp>
        <p:nvSpPr>
          <p:cNvPr id="8" name="Rectangle 5"/>
          <p:cNvSpPr>
            <a:spLocks noChangeArrowheads="1"/>
          </p:cNvSpPr>
          <p:nvPr/>
        </p:nvSpPr>
        <p:spPr bwMode="auto">
          <a:xfrm>
            <a:off x="4539332" y="2377441"/>
            <a:ext cx="2073773" cy="279307"/>
          </a:xfrm>
          <a:prstGeom prst="rect">
            <a:avLst/>
          </a:prstGeom>
          <a:solidFill>
            <a:schemeClr val="bg1"/>
          </a:solidFill>
          <a:ln w="9525">
            <a:noFill/>
            <a:miter lim="800000"/>
            <a:headEnd/>
            <a:tailEnd/>
          </a:ln>
        </p:spPr>
        <p:txBody>
          <a:bodyPr wrap="none">
            <a:spAutoFit/>
          </a:bodyPr>
          <a:lstStyle/>
          <a:p>
            <a:r>
              <a:rPr lang="en-US" sz="1215" spc="54" dirty="0">
                <a:solidFill>
                  <a:srgbClr val="000000"/>
                </a:solidFill>
                <a:latin typeface="Arial" charset="0"/>
                <a:cs typeface="Arial" charset="0"/>
              </a:rPr>
              <a:t>Population Density, 2010</a:t>
            </a:r>
          </a:p>
        </p:txBody>
      </p:sp>
      <p:cxnSp>
        <p:nvCxnSpPr>
          <p:cNvPr id="9" name="Straight Connector 8">
            <a:extLst>
              <a:ext uri="{FF2B5EF4-FFF2-40B4-BE49-F238E27FC236}">
                <a16:creationId xmlns:a16="http://schemas.microsoft.com/office/drawing/2014/main" id="{B1F97BFD-13AF-410E-98A2-F49395A7B97B}"/>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0" name="Title 1">
            <a:extLst>
              <a:ext uri="{FF2B5EF4-FFF2-40B4-BE49-F238E27FC236}">
                <a16:creationId xmlns:a16="http://schemas.microsoft.com/office/drawing/2014/main" id="{F3D39A9F-F45A-4DAB-8B39-68E47E61C610}"/>
              </a:ext>
            </a:extLst>
          </p:cNvPr>
          <p:cNvSpPr txBox="1">
            <a:spLocks/>
          </p:cNvSpPr>
          <p:nvPr/>
        </p:nvSpPr>
        <p:spPr>
          <a:xfrm>
            <a:off x="293804" y="258743"/>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Mapping Density</a:t>
            </a:r>
            <a:endParaRPr lang="en-US" sz="2600" dirty="0">
              <a:solidFill>
                <a:srgbClr val="7030A0"/>
              </a:solidFill>
            </a:endParaRPr>
          </a:p>
        </p:txBody>
      </p:sp>
      <p:sp>
        <p:nvSpPr>
          <p:cNvPr id="5" name="TextBox 4">
            <a:extLst>
              <a:ext uri="{FF2B5EF4-FFF2-40B4-BE49-F238E27FC236}">
                <a16:creationId xmlns:a16="http://schemas.microsoft.com/office/drawing/2014/main" id="{AB69D0DC-60F3-4121-8042-9E1F2BAF731D}"/>
              </a:ext>
            </a:extLst>
          </p:cNvPr>
          <p:cNvSpPr txBox="1"/>
          <p:nvPr/>
        </p:nvSpPr>
        <p:spPr>
          <a:xfrm>
            <a:off x="152400" y="4854197"/>
            <a:ext cx="3354045" cy="246221"/>
          </a:xfrm>
          <a:prstGeom prst="rect">
            <a:avLst/>
          </a:prstGeom>
          <a:noFill/>
        </p:spPr>
        <p:txBody>
          <a:bodyPr wrap="square" rtlCol="0">
            <a:spAutoFit/>
          </a:bodyPr>
          <a:lstStyle/>
          <a:p>
            <a:r>
              <a:rPr lang="en-US" sz="1000" b="0" i="0" u="none" strike="noStrike" baseline="0" dirty="0">
                <a:solidFill>
                  <a:srgbClr val="0070C0"/>
                </a:solidFill>
              </a:rPr>
              <a:t> National Geospatial Technology Center of Excellence </a:t>
            </a:r>
            <a:endParaRPr lang="en-US" sz="1000" dirty="0">
              <a:solidFill>
                <a:srgbClr val="0070C0"/>
              </a:solidFill>
            </a:endParaRPr>
          </a:p>
        </p:txBody>
      </p:sp>
      <p:sp>
        <p:nvSpPr>
          <p:cNvPr id="3" name="Slide Number Placeholder 2">
            <a:extLst>
              <a:ext uri="{FF2B5EF4-FFF2-40B4-BE49-F238E27FC236}">
                <a16:creationId xmlns:a16="http://schemas.microsoft.com/office/drawing/2014/main" id="{2AA7D3C7-EFD0-478D-AD7C-252F9D276AAE}"/>
              </a:ext>
            </a:extLst>
          </p:cNvPr>
          <p:cNvSpPr>
            <a:spLocks noGrp="1"/>
          </p:cNvSpPr>
          <p:nvPr>
            <p:ph type="sldNum" sz="quarter" idx="12"/>
          </p:nvPr>
        </p:nvSpPr>
        <p:spPr/>
        <p:txBody>
          <a:bodyPr/>
          <a:lstStyle/>
          <a:p>
            <a:fld id="{127DDC20-79C9-9647-820E-6D40A3D210C3}" type="slidenum">
              <a:rPr lang="en-US" smtClean="0"/>
              <a:pPr/>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Image of wheat harvested"/>
          <p:cNvPicPr>
            <a:picLocks noChangeAspect="1" noChangeArrowheads="1"/>
          </p:cNvPicPr>
          <p:nvPr/>
        </p:nvPicPr>
        <p:blipFill>
          <a:blip r:embed="rId3" cstate="print"/>
          <a:srcRect/>
          <a:stretch>
            <a:fillRect/>
          </a:stretch>
        </p:blipFill>
        <p:spPr bwMode="auto">
          <a:xfrm>
            <a:off x="1912988" y="1022599"/>
            <a:ext cx="4403626" cy="3704506"/>
          </a:xfrm>
          <a:prstGeom prst="rect">
            <a:avLst/>
          </a:prstGeom>
          <a:noFill/>
          <a:ln w="9525">
            <a:solidFill>
              <a:schemeClr val="tx1"/>
            </a:solidFill>
            <a:miter lim="800000"/>
            <a:headEnd/>
            <a:tailEnd/>
          </a:ln>
        </p:spPr>
      </p:pic>
      <p:sp>
        <p:nvSpPr>
          <p:cNvPr id="8196" name="Rectangle 4"/>
          <p:cNvSpPr>
            <a:spLocks noChangeArrowheads="1"/>
          </p:cNvSpPr>
          <p:nvPr/>
        </p:nvSpPr>
        <p:spPr bwMode="auto">
          <a:xfrm>
            <a:off x="6452436" y="2411321"/>
            <a:ext cx="1314784" cy="320857"/>
          </a:xfrm>
          <a:prstGeom prst="rect">
            <a:avLst/>
          </a:prstGeom>
          <a:solidFill>
            <a:schemeClr val="bg1"/>
          </a:solidFill>
          <a:ln w="9525">
            <a:solidFill>
              <a:srgbClr val="FF0000"/>
            </a:solidFill>
            <a:miter lim="800000"/>
            <a:headEnd/>
            <a:tailEnd/>
          </a:ln>
        </p:spPr>
        <p:txBody>
          <a:bodyPr wrap="none">
            <a:spAutoFit/>
          </a:bodyPr>
          <a:lstStyle/>
          <a:p>
            <a:pPr algn="l"/>
            <a:r>
              <a:rPr lang="en-US" sz="1485" dirty="0">
                <a:solidFill>
                  <a:srgbClr val="000000"/>
                </a:solidFill>
                <a:latin typeface="Arial" charset="0"/>
                <a:cs typeface="Arial" charset="0"/>
              </a:rPr>
              <a:t>Bushels/Area</a:t>
            </a:r>
          </a:p>
        </p:txBody>
      </p:sp>
      <p:sp>
        <p:nvSpPr>
          <p:cNvPr id="8197" name="Rectangle 5"/>
          <p:cNvSpPr>
            <a:spLocks noChangeArrowheads="1"/>
          </p:cNvSpPr>
          <p:nvPr/>
        </p:nvSpPr>
        <p:spPr bwMode="auto">
          <a:xfrm>
            <a:off x="6392429" y="2771365"/>
            <a:ext cx="1466492" cy="279307"/>
          </a:xfrm>
          <a:prstGeom prst="rect">
            <a:avLst/>
          </a:prstGeom>
          <a:solidFill>
            <a:schemeClr val="bg1"/>
          </a:solidFill>
          <a:ln w="9525">
            <a:solidFill>
              <a:srgbClr val="FF0000"/>
            </a:solidFill>
            <a:miter lim="800000"/>
            <a:headEnd/>
            <a:tailEnd/>
          </a:ln>
        </p:spPr>
        <p:txBody>
          <a:bodyPr wrap="none">
            <a:spAutoFit/>
          </a:bodyPr>
          <a:lstStyle/>
          <a:p>
            <a:pPr algn="l"/>
            <a:r>
              <a:rPr lang="en-US" sz="1215" dirty="0">
                <a:solidFill>
                  <a:srgbClr val="000000"/>
                </a:solidFill>
                <a:latin typeface="Arial" charset="0"/>
                <a:cs typeface="Arial" charset="0"/>
              </a:rPr>
              <a:t>“Bushels per Acre”</a:t>
            </a:r>
          </a:p>
        </p:txBody>
      </p:sp>
      <p:cxnSp>
        <p:nvCxnSpPr>
          <p:cNvPr id="6" name="Straight Connector 5">
            <a:extLst>
              <a:ext uri="{FF2B5EF4-FFF2-40B4-BE49-F238E27FC236}">
                <a16:creationId xmlns:a16="http://schemas.microsoft.com/office/drawing/2014/main" id="{35433E9B-8D5C-477A-8406-691CBA48FC49}"/>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7" name="Title 1">
            <a:extLst>
              <a:ext uri="{FF2B5EF4-FFF2-40B4-BE49-F238E27FC236}">
                <a16:creationId xmlns:a16="http://schemas.microsoft.com/office/drawing/2014/main" id="{4FAEF890-7C18-4AF2-B580-D7702A6A7498}"/>
              </a:ext>
            </a:extLst>
          </p:cNvPr>
          <p:cNvSpPr txBox="1">
            <a:spLocks/>
          </p:cNvSpPr>
          <p:nvPr/>
        </p:nvSpPr>
        <p:spPr>
          <a:xfrm>
            <a:off x="240453" y="189381"/>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Mapping Density</a:t>
            </a:r>
            <a:endParaRPr lang="en-US" sz="2600" dirty="0">
              <a:solidFill>
                <a:srgbClr val="7030A0"/>
              </a:solidFill>
            </a:endParaRPr>
          </a:p>
        </p:txBody>
      </p:sp>
      <p:sp>
        <p:nvSpPr>
          <p:cNvPr id="4" name="TextBox 3">
            <a:extLst>
              <a:ext uri="{FF2B5EF4-FFF2-40B4-BE49-F238E27FC236}">
                <a16:creationId xmlns:a16="http://schemas.microsoft.com/office/drawing/2014/main" id="{C996AFDD-6260-4839-A82F-B73C5B13B11E}"/>
              </a:ext>
            </a:extLst>
          </p:cNvPr>
          <p:cNvSpPr txBox="1"/>
          <p:nvPr/>
        </p:nvSpPr>
        <p:spPr>
          <a:xfrm>
            <a:off x="152400" y="4854197"/>
            <a:ext cx="3354045" cy="246221"/>
          </a:xfrm>
          <a:prstGeom prst="rect">
            <a:avLst/>
          </a:prstGeom>
          <a:noFill/>
        </p:spPr>
        <p:txBody>
          <a:bodyPr wrap="square" rtlCol="0">
            <a:spAutoFit/>
          </a:bodyPr>
          <a:lstStyle/>
          <a:p>
            <a:r>
              <a:rPr lang="en-US" sz="1000" b="0" i="0" u="none" strike="noStrike" baseline="0" dirty="0">
                <a:solidFill>
                  <a:srgbClr val="0070C0"/>
                </a:solidFill>
              </a:rPr>
              <a:t> National Geospatial Technology Center of Excellence </a:t>
            </a:r>
            <a:endParaRPr lang="en-US" sz="1000" dirty="0">
              <a:solidFill>
                <a:srgbClr val="0070C0"/>
              </a:solidFill>
            </a:endParaRPr>
          </a:p>
        </p:txBody>
      </p:sp>
      <p:sp>
        <p:nvSpPr>
          <p:cNvPr id="2" name="Slide Number Placeholder 1">
            <a:extLst>
              <a:ext uri="{FF2B5EF4-FFF2-40B4-BE49-F238E27FC236}">
                <a16:creationId xmlns:a16="http://schemas.microsoft.com/office/drawing/2014/main" id="{9946177A-48DF-438F-A910-E714C9FE9077}"/>
              </a:ext>
            </a:extLst>
          </p:cNvPr>
          <p:cNvSpPr>
            <a:spLocks noGrp="1"/>
          </p:cNvSpPr>
          <p:nvPr>
            <p:ph type="sldNum" sz="quarter" idx="12"/>
          </p:nvPr>
        </p:nvSpPr>
        <p:spPr/>
        <p:txBody>
          <a:bodyPr/>
          <a:lstStyle/>
          <a:p>
            <a:fld id="{127DDC20-79C9-9647-820E-6D40A3D210C3}" type="slidenum">
              <a:rPr lang="en-US" smtClean="0"/>
              <a:pPr/>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6" name="Straight Connector 5">
            <a:extLst>
              <a:ext uri="{FF2B5EF4-FFF2-40B4-BE49-F238E27FC236}">
                <a16:creationId xmlns:a16="http://schemas.microsoft.com/office/drawing/2014/main" id="{409CCE5E-63C4-4C00-8941-54B48523460A}"/>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7" name="Title 1">
            <a:extLst>
              <a:ext uri="{FF2B5EF4-FFF2-40B4-BE49-F238E27FC236}">
                <a16:creationId xmlns:a16="http://schemas.microsoft.com/office/drawing/2014/main" id="{AC389B85-6EEB-4641-A9D8-DB873FBEF975}"/>
              </a:ext>
            </a:extLst>
          </p:cNvPr>
          <p:cNvSpPr txBox="1">
            <a:spLocks/>
          </p:cNvSpPr>
          <p:nvPr/>
        </p:nvSpPr>
        <p:spPr>
          <a:xfrm>
            <a:off x="247135" y="193213"/>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Mapping Proportions</a:t>
            </a:r>
            <a:endParaRPr lang="en-US" sz="2600" dirty="0">
              <a:solidFill>
                <a:srgbClr val="7030A0"/>
              </a:solidFill>
            </a:endParaRPr>
          </a:p>
        </p:txBody>
      </p:sp>
      <p:sp>
        <p:nvSpPr>
          <p:cNvPr id="8" name="Rectangle 1027">
            <a:extLst>
              <a:ext uri="{FF2B5EF4-FFF2-40B4-BE49-F238E27FC236}">
                <a16:creationId xmlns:a16="http://schemas.microsoft.com/office/drawing/2014/main" id="{EA8F8E5B-07DD-41C6-9C41-4F2086B388F3}"/>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600" dirty="0"/>
              <a:t>Proportions represent the relationship of a part to a whole </a:t>
            </a:r>
          </a:p>
          <a:p>
            <a:pPr>
              <a:buFont typeface="Courier New" panose="02070309020205020404" pitchFamily="49" charset="0"/>
              <a:buChar char="o"/>
            </a:pPr>
            <a:r>
              <a:rPr lang="en-US" altLang="en-US" sz="2600" dirty="0"/>
              <a:t>Several ways to express proportions</a:t>
            </a:r>
          </a:p>
          <a:p>
            <a:pPr lvl="1">
              <a:buFont typeface="Wingdings" panose="05000000000000000000" pitchFamily="2" charset="2"/>
              <a:buChar char="ü"/>
            </a:pPr>
            <a:r>
              <a:rPr lang="en-US" altLang="en-US" sz="2440" dirty="0"/>
              <a:t>Quotient: 0.0 - 1.0</a:t>
            </a:r>
          </a:p>
          <a:p>
            <a:pPr lvl="1">
              <a:buFont typeface="Wingdings" panose="05000000000000000000" pitchFamily="2" charset="2"/>
              <a:buChar char="ü"/>
            </a:pPr>
            <a:r>
              <a:rPr lang="en-US" altLang="en-US" sz="2440" dirty="0"/>
              <a:t>Percentage: 0 - 100%</a:t>
            </a:r>
          </a:p>
          <a:p>
            <a:pPr lvl="1">
              <a:buFont typeface="Wingdings" panose="05000000000000000000" pitchFamily="2" charset="2"/>
              <a:buChar char="ü"/>
            </a:pPr>
            <a:r>
              <a:rPr lang="en-US" altLang="en-US" sz="2440" dirty="0"/>
              <a:t>Rate: 7 per 1,000</a:t>
            </a:r>
          </a:p>
          <a:p>
            <a:pPr marL="0" indent="0">
              <a:buNone/>
            </a:pPr>
            <a:endParaRPr lang="en-US" altLang="en-US" sz="2600" dirty="0"/>
          </a:p>
        </p:txBody>
      </p:sp>
      <p:sp>
        <p:nvSpPr>
          <p:cNvPr id="17" name="Rectangle 16">
            <a:extLst>
              <a:ext uri="{FF2B5EF4-FFF2-40B4-BE49-F238E27FC236}">
                <a16:creationId xmlns:a16="http://schemas.microsoft.com/office/drawing/2014/main" id="{9C959608-F42A-4902-BB0C-76A4B36E7F49}"/>
              </a:ext>
            </a:extLst>
          </p:cNvPr>
          <p:cNvSpPr/>
          <p:nvPr/>
        </p:nvSpPr>
        <p:spPr>
          <a:xfrm>
            <a:off x="1037063" y="2888166"/>
            <a:ext cx="2743200" cy="323385"/>
          </a:xfrm>
          <a:prstGeom prst="rect">
            <a:avLst/>
          </a:prstGeom>
          <a:noFill/>
        </p:spPr>
        <p:style>
          <a:lnRef idx="2">
            <a:schemeClr val="accent2"/>
          </a:lnRef>
          <a:fillRef idx="1">
            <a:schemeClr val="lt1"/>
          </a:fillRef>
          <a:effectRef idx="0">
            <a:schemeClr val="accent2"/>
          </a:effectRef>
          <a:fontRef idx="minor">
            <a:schemeClr val="dk1"/>
          </a:fontRef>
        </p:style>
        <p:txBody>
          <a:bodyPr rtlCol="0" anchor="ctr"/>
          <a:lstStyle/>
          <a:p>
            <a:pPr algn="ctr"/>
            <a:endParaRPr lang="en-US"/>
          </a:p>
        </p:txBody>
      </p:sp>
      <p:sp>
        <p:nvSpPr>
          <p:cNvPr id="2" name="Slide Number Placeholder 1">
            <a:extLst>
              <a:ext uri="{FF2B5EF4-FFF2-40B4-BE49-F238E27FC236}">
                <a16:creationId xmlns:a16="http://schemas.microsoft.com/office/drawing/2014/main" id="{60629408-5659-4793-A96C-50F072026967}"/>
              </a:ext>
            </a:extLst>
          </p:cNvPr>
          <p:cNvSpPr>
            <a:spLocks noGrp="1"/>
          </p:cNvSpPr>
          <p:nvPr>
            <p:ph type="sldNum" sz="quarter" idx="12"/>
          </p:nvPr>
        </p:nvSpPr>
        <p:spPr/>
        <p:txBody>
          <a:bodyPr/>
          <a:lstStyle/>
          <a:p>
            <a:fld id="{127DDC20-79C9-9647-820E-6D40A3D210C3}" type="slidenum">
              <a:rPr lang="en-US" smtClean="0"/>
              <a:pPr/>
              <a:t>16</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3" name="Rectangle 5"/>
          <p:cNvSpPr>
            <a:spLocks noChangeArrowheads="1"/>
          </p:cNvSpPr>
          <p:nvPr/>
        </p:nvSpPr>
        <p:spPr bwMode="auto">
          <a:xfrm>
            <a:off x="3674388" y="3737783"/>
            <a:ext cx="3577967" cy="320857"/>
          </a:xfrm>
          <a:prstGeom prst="rect">
            <a:avLst/>
          </a:prstGeom>
          <a:solidFill>
            <a:schemeClr val="bg1"/>
          </a:solidFill>
          <a:ln w="9525">
            <a:solidFill>
              <a:srgbClr val="FF0000"/>
            </a:solidFill>
            <a:miter lim="800000"/>
            <a:headEnd/>
            <a:tailEnd/>
          </a:ln>
        </p:spPr>
        <p:txBody>
          <a:bodyPr wrap="none">
            <a:spAutoFit/>
          </a:bodyPr>
          <a:lstStyle/>
          <a:p>
            <a:pPr algn="l"/>
            <a:r>
              <a:rPr lang="en-US" sz="1485" dirty="0">
                <a:solidFill>
                  <a:srgbClr val="000000"/>
                </a:solidFill>
                <a:latin typeface="Arial" charset="0"/>
                <a:cs typeface="Arial" charset="0"/>
              </a:rPr>
              <a:t>Persons 60 and Over/Total Persons*100</a:t>
            </a:r>
          </a:p>
        </p:txBody>
      </p:sp>
      <p:sp>
        <p:nvSpPr>
          <p:cNvPr id="10244" name="Rectangle 6"/>
          <p:cNvSpPr>
            <a:spLocks noChangeArrowheads="1"/>
          </p:cNvSpPr>
          <p:nvPr/>
        </p:nvSpPr>
        <p:spPr bwMode="auto">
          <a:xfrm>
            <a:off x="4636651" y="4097827"/>
            <a:ext cx="1829347" cy="279307"/>
          </a:xfrm>
          <a:prstGeom prst="rect">
            <a:avLst/>
          </a:prstGeom>
          <a:solidFill>
            <a:schemeClr val="bg1"/>
          </a:solidFill>
          <a:ln w="9525">
            <a:solidFill>
              <a:srgbClr val="FF0000"/>
            </a:solidFill>
            <a:miter lim="800000"/>
            <a:headEnd/>
            <a:tailEnd/>
          </a:ln>
        </p:spPr>
        <p:txBody>
          <a:bodyPr wrap="none">
            <a:spAutoFit/>
          </a:bodyPr>
          <a:lstStyle/>
          <a:p>
            <a:pPr algn="l"/>
            <a:r>
              <a:rPr lang="en-US" sz="1215" dirty="0">
                <a:solidFill>
                  <a:srgbClr val="000000"/>
                </a:solidFill>
                <a:latin typeface="Arial" charset="0"/>
                <a:cs typeface="Arial" charset="0"/>
              </a:rPr>
              <a:t>“Percentage of Seniors”</a:t>
            </a:r>
          </a:p>
        </p:txBody>
      </p:sp>
      <p:pic>
        <p:nvPicPr>
          <p:cNvPr id="10245" name="Picture 6" descr="Image of persons 60 and over"/>
          <p:cNvPicPr>
            <a:picLocks noChangeAspect="1" noChangeArrowheads="1"/>
          </p:cNvPicPr>
          <p:nvPr/>
        </p:nvPicPr>
        <p:blipFill>
          <a:blip r:embed="rId3" cstate="print"/>
          <a:srcRect/>
          <a:stretch>
            <a:fillRect/>
          </a:stretch>
        </p:blipFill>
        <p:spPr bwMode="auto">
          <a:xfrm>
            <a:off x="319862" y="1195865"/>
            <a:ext cx="3184684" cy="2394943"/>
          </a:xfrm>
          <a:prstGeom prst="rect">
            <a:avLst/>
          </a:prstGeom>
          <a:noFill/>
          <a:ln w="9525">
            <a:solidFill>
              <a:schemeClr val="tx1"/>
            </a:solidFill>
            <a:miter lim="800000"/>
            <a:headEnd/>
            <a:tailEnd/>
          </a:ln>
        </p:spPr>
      </p:pic>
      <p:pic>
        <p:nvPicPr>
          <p:cNvPr id="10246" name="Picture 7" descr="Image of Percentage of Seniors"/>
          <p:cNvPicPr>
            <a:picLocks noChangeAspect="1" noChangeArrowheads="1"/>
          </p:cNvPicPr>
          <p:nvPr/>
        </p:nvPicPr>
        <p:blipFill>
          <a:blip r:embed="rId4" cstate="print"/>
          <a:srcRect/>
          <a:stretch>
            <a:fillRect/>
          </a:stretch>
        </p:blipFill>
        <p:spPr bwMode="auto">
          <a:xfrm>
            <a:off x="3871557" y="1203885"/>
            <a:ext cx="3183612" cy="2396014"/>
          </a:xfrm>
          <a:prstGeom prst="rect">
            <a:avLst/>
          </a:prstGeom>
          <a:noFill/>
          <a:ln w="9525">
            <a:solidFill>
              <a:schemeClr val="tx1"/>
            </a:solidFill>
            <a:miter lim="800000"/>
            <a:headEnd/>
            <a:tailEnd/>
          </a:ln>
        </p:spPr>
      </p:pic>
      <p:sp>
        <p:nvSpPr>
          <p:cNvPr id="10247" name="Rectangle 5"/>
          <p:cNvSpPr>
            <a:spLocks noChangeArrowheads="1"/>
          </p:cNvSpPr>
          <p:nvPr/>
        </p:nvSpPr>
        <p:spPr bwMode="auto">
          <a:xfrm>
            <a:off x="921387" y="3733937"/>
            <a:ext cx="1981633" cy="320857"/>
          </a:xfrm>
          <a:prstGeom prst="rect">
            <a:avLst/>
          </a:prstGeom>
          <a:solidFill>
            <a:schemeClr val="bg1"/>
          </a:solidFill>
          <a:ln w="9525">
            <a:solidFill>
              <a:srgbClr val="FF0000"/>
            </a:solidFill>
            <a:miter lim="800000"/>
            <a:headEnd/>
            <a:tailEnd/>
          </a:ln>
        </p:spPr>
        <p:txBody>
          <a:bodyPr wrap="none">
            <a:spAutoFit/>
          </a:bodyPr>
          <a:lstStyle/>
          <a:p>
            <a:pPr algn="l"/>
            <a:r>
              <a:rPr lang="en-US" sz="1485">
                <a:solidFill>
                  <a:srgbClr val="000000"/>
                </a:solidFill>
                <a:latin typeface="Arial" charset="0"/>
                <a:cs typeface="Arial" charset="0"/>
              </a:rPr>
              <a:t>Persons 60 and Over</a:t>
            </a:r>
          </a:p>
        </p:txBody>
      </p:sp>
      <p:pic>
        <p:nvPicPr>
          <p:cNvPr id="10248" name="Picture 8"/>
          <p:cNvPicPr>
            <a:picLocks noChangeAspect="1" noChangeArrowheads="1"/>
          </p:cNvPicPr>
          <p:nvPr/>
        </p:nvPicPr>
        <p:blipFill>
          <a:blip r:embed="rId5" cstate="print"/>
          <a:srcRect l="4958" r="7477"/>
          <a:stretch>
            <a:fillRect/>
          </a:stretch>
        </p:blipFill>
        <p:spPr bwMode="auto">
          <a:xfrm>
            <a:off x="6196577" y="2908059"/>
            <a:ext cx="769382" cy="655796"/>
          </a:xfrm>
          <a:prstGeom prst="rect">
            <a:avLst/>
          </a:prstGeom>
          <a:noFill/>
          <a:ln w="9525">
            <a:solidFill>
              <a:schemeClr val="tx1"/>
            </a:solidFill>
            <a:miter lim="800000"/>
            <a:headEnd/>
            <a:tailEnd/>
          </a:ln>
        </p:spPr>
      </p:pic>
      <p:pic>
        <p:nvPicPr>
          <p:cNvPr id="10249" name="Picture 9"/>
          <p:cNvPicPr>
            <a:picLocks noChangeAspect="1" noChangeArrowheads="1"/>
          </p:cNvPicPr>
          <p:nvPr/>
        </p:nvPicPr>
        <p:blipFill>
          <a:blip r:embed="rId6" cstate="print"/>
          <a:srcRect/>
          <a:stretch>
            <a:fillRect/>
          </a:stretch>
        </p:blipFill>
        <p:spPr bwMode="auto">
          <a:xfrm>
            <a:off x="2422815" y="2976688"/>
            <a:ext cx="1059429" cy="606257"/>
          </a:xfrm>
          <a:prstGeom prst="rect">
            <a:avLst/>
          </a:prstGeom>
          <a:noFill/>
          <a:ln w="9525">
            <a:solidFill>
              <a:schemeClr val="tx1"/>
            </a:solidFill>
            <a:miter lim="800000"/>
            <a:headEnd/>
            <a:tailEnd/>
          </a:ln>
        </p:spPr>
      </p:pic>
      <p:cxnSp>
        <p:nvCxnSpPr>
          <p:cNvPr id="10" name="Straight Connector 9">
            <a:extLst>
              <a:ext uri="{FF2B5EF4-FFF2-40B4-BE49-F238E27FC236}">
                <a16:creationId xmlns:a16="http://schemas.microsoft.com/office/drawing/2014/main" id="{D8171FD7-0EDE-4E41-B997-B810EAEC81BC}"/>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1" name="Title 1">
            <a:extLst>
              <a:ext uri="{FF2B5EF4-FFF2-40B4-BE49-F238E27FC236}">
                <a16:creationId xmlns:a16="http://schemas.microsoft.com/office/drawing/2014/main" id="{9CE396E5-F319-4E57-AC3E-7B366A01E147}"/>
              </a:ext>
            </a:extLst>
          </p:cNvPr>
          <p:cNvSpPr txBox="1">
            <a:spLocks/>
          </p:cNvSpPr>
          <p:nvPr/>
        </p:nvSpPr>
        <p:spPr>
          <a:xfrm>
            <a:off x="319862" y="160536"/>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Mapping Proportions</a:t>
            </a:r>
            <a:endParaRPr lang="en-US" sz="2600" dirty="0">
              <a:solidFill>
                <a:srgbClr val="7030A0"/>
              </a:solidFill>
            </a:endParaRPr>
          </a:p>
        </p:txBody>
      </p:sp>
      <p:sp>
        <p:nvSpPr>
          <p:cNvPr id="4" name="TextBox 3">
            <a:extLst>
              <a:ext uri="{FF2B5EF4-FFF2-40B4-BE49-F238E27FC236}">
                <a16:creationId xmlns:a16="http://schemas.microsoft.com/office/drawing/2014/main" id="{7A696AAE-CAD8-4546-BC75-FD47B79CD827}"/>
              </a:ext>
            </a:extLst>
          </p:cNvPr>
          <p:cNvSpPr txBox="1"/>
          <p:nvPr/>
        </p:nvSpPr>
        <p:spPr>
          <a:xfrm>
            <a:off x="152400" y="4854197"/>
            <a:ext cx="3354045" cy="246221"/>
          </a:xfrm>
          <a:prstGeom prst="rect">
            <a:avLst/>
          </a:prstGeom>
          <a:noFill/>
        </p:spPr>
        <p:txBody>
          <a:bodyPr wrap="square" rtlCol="0">
            <a:spAutoFit/>
          </a:bodyPr>
          <a:lstStyle/>
          <a:p>
            <a:r>
              <a:rPr lang="en-US" sz="1000" b="0" i="0" u="none" strike="noStrike" baseline="0" dirty="0">
                <a:solidFill>
                  <a:srgbClr val="0070C0"/>
                </a:solidFill>
              </a:rPr>
              <a:t> National Geospatial Technology Center of Excellence </a:t>
            </a:r>
            <a:endParaRPr lang="en-US" sz="1000" dirty="0">
              <a:solidFill>
                <a:srgbClr val="0070C0"/>
              </a:solidFill>
            </a:endParaRPr>
          </a:p>
        </p:txBody>
      </p:sp>
      <p:sp>
        <p:nvSpPr>
          <p:cNvPr id="2" name="Slide Number Placeholder 1">
            <a:extLst>
              <a:ext uri="{FF2B5EF4-FFF2-40B4-BE49-F238E27FC236}">
                <a16:creationId xmlns:a16="http://schemas.microsoft.com/office/drawing/2014/main" id="{192135F5-861A-411C-A1E2-A9F4A98F1B2C}"/>
              </a:ext>
            </a:extLst>
          </p:cNvPr>
          <p:cNvSpPr>
            <a:spLocks noGrp="1"/>
          </p:cNvSpPr>
          <p:nvPr>
            <p:ph type="sldNum" sz="quarter" idx="12"/>
          </p:nvPr>
        </p:nvSpPr>
        <p:spPr/>
        <p:txBody>
          <a:bodyPr/>
          <a:lstStyle/>
          <a:p>
            <a:fld id="{127DDC20-79C9-9647-820E-6D40A3D210C3}" type="slidenum">
              <a:rPr lang="en-US" smtClean="0"/>
              <a:pPr/>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descr="Image of Percentage of non Grads"/>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167925" y="1729843"/>
            <a:ext cx="3893750" cy="3392877"/>
          </a:xfrm>
          <a:prstGeom prst="rect">
            <a:avLst/>
          </a:prstGeom>
          <a:ln>
            <a:solidFill>
              <a:schemeClr val="tx1"/>
            </a:solidFill>
          </a:ln>
        </p:spPr>
      </p:pic>
      <p:sp>
        <p:nvSpPr>
          <p:cNvPr id="11268" name="Rectangle 3077"/>
          <p:cNvSpPr>
            <a:spLocks noChangeArrowheads="1"/>
          </p:cNvSpPr>
          <p:nvPr/>
        </p:nvSpPr>
        <p:spPr bwMode="auto">
          <a:xfrm>
            <a:off x="2664050" y="967791"/>
            <a:ext cx="2950936" cy="320857"/>
          </a:xfrm>
          <a:prstGeom prst="rect">
            <a:avLst/>
          </a:prstGeom>
          <a:solidFill>
            <a:schemeClr val="bg1"/>
          </a:solidFill>
          <a:ln w="9525">
            <a:solidFill>
              <a:srgbClr val="FF0000"/>
            </a:solidFill>
            <a:miter lim="800000"/>
            <a:headEnd/>
            <a:tailEnd/>
          </a:ln>
        </p:spPr>
        <p:txBody>
          <a:bodyPr wrap="none">
            <a:spAutoFit/>
          </a:bodyPr>
          <a:lstStyle/>
          <a:p>
            <a:pPr algn="l"/>
            <a:r>
              <a:rPr lang="en-US" sz="1485" dirty="0">
                <a:solidFill>
                  <a:srgbClr val="000000"/>
                </a:solidFill>
                <a:latin typeface="Arial" charset="0"/>
                <a:cs typeface="Arial" charset="0"/>
              </a:rPr>
              <a:t>Non Grads/Total Population*100</a:t>
            </a:r>
          </a:p>
        </p:txBody>
      </p:sp>
      <p:sp>
        <p:nvSpPr>
          <p:cNvPr id="11269" name="Rectangle 3078"/>
          <p:cNvSpPr>
            <a:spLocks noChangeArrowheads="1"/>
          </p:cNvSpPr>
          <p:nvPr/>
        </p:nvSpPr>
        <p:spPr bwMode="auto">
          <a:xfrm>
            <a:off x="3100740" y="1336909"/>
            <a:ext cx="2028119" cy="279307"/>
          </a:xfrm>
          <a:prstGeom prst="rect">
            <a:avLst/>
          </a:prstGeom>
          <a:solidFill>
            <a:schemeClr val="bg1"/>
          </a:solidFill>
          <a:ln w="9525">
            <a:solidFill>
              <a:srgbClr val="FF0000"/>
            </a:solidFill>
            <a:miter lim="800000"/>
            <a:headEnd/>
            <a:tailEnd/>
          </a:ln>
        </p:spPr>
        <p:txBody>
          <a:bodyPr wrap="none">
            <a:spAutoFit/>
          </a:bodyPr>
          <a:lstStyle/>
          <a:p>
            <a:pPr algn="l"/>
            <a:r>
              <a:rPr lang="en-US" sz="1215" dirty="0">
                <a:solidFill>
                  <a:srgbClr val="000000"/>
                </a:solidFill>
                <a:latin typeface="Arial" charset="0"/>
                <a:cs typeface="Arial" charset="0"/>
              </a:rPr>
              <a:t>“Percentage of non Grads”</a:t>
            </a:r>
          </a:p>
        </p:txBody>
      </p:sp>
      <p:cxnSp>
        <p:nvCxnSpPr>
          <p:cNvPr id="7" name="Straight Connector 6">
            <a:extLst>
              <a:ext uri="{FF2B5EF4-FFF2-40B4-BE49-F238E27FC236}">
                <a16:creationId xmlns:a16="http://schemas.microsoft.com/office/drawing/2014/main" id="{3B380108-024A-419B-98AC-FDF20560E803}"/>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8" name="Title 1">
            <a:extLst>
              <a:ext uri="{FF2B5EF4-FFF2-40B4-BE49-F238E27FC236}">
                <a16:creationId xmlns:a16="http://schemas.microsoft.com/office/drawing/2014/main" id="{BE71C5A8-1CFB-4061-AEC8-4D1BB7F6012C}"/>
              </a:ext>
            </a:extLst>
          </p:cNvPr>
          <p:cNvSpPr txBox="1">
            <a:spLocks/>
          </p:cNvSpPr>
          <p:nvPr/>
        </p:nvSpPr>
        <p:spPr>
          <a:xfrm>
            <a:off x="293793" y="137430"/>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Mapping Proportions</a:t>
            </a:r>
            <a:endParaRPr lang="en-US" sz="2600" dirty="0">
              <a:solidFill>
                <a:srgbClr val="7030A0"/>
              </a:solidFill>
            </a:endParaRPr>
          </a:p>
        </p:txBody>
      </p:sp>
      <p:sp>
        <p:nvSpPr>
          <p:cNvPr id="4" name="TextBox 3">
            <a:extLst>
              <a:ext uri="{FF2B5EF4-FFF2-40B4-BE49-F238E27FC236}">
                <a16:creationId xmlns:a16="http://schemas.microsoft.com/office/drawing/2014/main" id="{1C41292E-2EE6-41BD-A6CE-7648AEF73C8A}"/>
              </a:ext>
            </a:extLst>
          </p:cNvPr>
          <p:cNvSpPr txBox="1"/>
          <p:nvPr/>
        </p:nvSpPr>
        <p:spPr>
          <a:xfrm>
            <a:off x="1" y="4743390"/>
            <a:ext cx="2051824" cy="400110"/>
          </a:xfrm>
          <a:prstGeom prst="rect">
            <a:avLst/>
          </a:prstGeom>
          <a:noFill/>
        </p:spPr>
        <p:txBody>
          <a:bodyPr wrap="square" rtlCol="0">
            <a:spAutoFit/>
          </a:bodyPr>
          <a:lstStyle/>
          <a:p>
            <a:r>
              <a:rPr lang="en-US" sz="1000" b="0" i="0" u="none" strike="noStrike" baseline="0" dirty="0">
                <a:solidFill>
                  <a:srgbClr val="0070C0"/>
                </a:solidFill>
              </a:rPr>
              <a:t> National Geospatial Technology Center of Excellence </a:t>
            </a:r>
            <a:endParaRPr lang="en-US" sz="1000" dirty="0">
              <a:solidFill>
                <a:srgbClr val="0070C0"/>
              </a:solidFill>
            </a:endParaRPr>
          </a:p>
        </p:txBody>
      </p:sp>
      <p:sp>
        <p:nvSpPr>
          <p:cNvPr id="2" name="Slide Number Placeholder 1">
            <a:extLst>
              <a:ext uri="{FF2B5EF4-FFF2-40B4-BE49-F238E27FC236}">
                <a16:creationId xmlns:a16="http://schemas.microsoft.com/office/drawing/2014/main" id="{B93B8F74-DCE2-4D9D-A6C3-656E56D8DBF2}"/>
              </a:ext>
            </a:extLst>
          </p:cNvPr>
          <p:cNvSpPr>
            <a:spLocks noGrp="1"/>
          </p:cNvSpPr>
          <p:nvPr>
            <p:ph type="sldNum" sz="quarter" idx="12"/>
          </p:nvPr>
        </p:nvSpPr>
        <p:spPr/>
        <p:txBody>
          <a:bodyPr/>
          <a:lstStyle/>
          <a:p>
            <a:fld id="{127DDC20-79C9-9647-820E-6D40A3D210C3}" type="slidenum">
              <a:rPr lang="en-US" smtClean="0"/>
              <a:pPr/>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1027">
            <a:extLst>
              <a:ext uri="{FF2B5EF4-FFF2-40B4-BE49-F238E27FC236}">
                <a16:creationId xmlns:a16="http://schemas.microsoft.com/office/drawing/2014/main" id="{C23F5250-5829-4ACE-8404-C495C9D5F173}"/>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600" dirty="0"/>
              <a:t>It can be revealing to show how two variables are related (in a manner that is not strictly proportional)</a:t>
            </a:r>
          </a:p>
          <a:p>
            <a:pPr>
              <a:buFont typeface="Courier New" panose="02070309020205020404" pitchFamily="49" charset="0"/>
              <a:buChar char="o"/>
            </a:pPr>
            <a:r>
              <a:rPr lang="en-US" altLang="en-US" sz="2600" dirty="0"/>
              <a:t>Several ways to express proportions</a:t>
            </a:r>
          </a:p>
          <a:p>
            <a:pPr lvl="1">
              <a:buFont typeface="Wingdings" panose="05000000000000000000" pitchFamily="2" charset="2"/>
              <a:buChar char="ü"/>
            </a:pPr>
            <a:r>
              <a:rPr lang="en-US" altLang="en-US" sz="2440" dirty="0"/>
              <a:t>Quotient: 0.0 - infinity</a:t>
            </a:r>
          </a:p>
          <a:p>
            <a:pPr lvl="1">
              <a:buFont typeface="Wingdings" panose="05000000000000000000" pitchFamily="2" charset="2"/>
              <a:buChar char="ü"/>
            </a:pPr>
            <a:r>
              <a:rPr lang="en-US" altLang="en-US" sz="2440" dirty="0"/>
              <a:t>Percentage: 0 - infinity%</a:t>
            </a:r>
          </a:p>
          <a:p>
            <a:pPr lvl="1">
              <a:buFont typeface="Wingdings" panose="05000000000000000000" pitchFamily="2" charset="2"/>
              <a:buChar char="ü"/>
            </a:pPr>
            <a:r>
              <a:rPr lang="en-US" altLang="en-US" sz="2440" dirty="0"/>
              <a:t>Rate: 1,500 per 100</a:t>
            </a:r>
          </a:p>
          <a:p>
            <a:pPr marL="0" indent="0">
              <a:buNone/>
            </a:pPr>
            <a:endParaRPr lang="en-US" altLang="en-US" sz="2600" dirty="0"/>
          </a:p>
        </p:txBody>
      </p:sp>
      <p:cxnSp>
        <p:nvCxnSpPr>
          <p:cNvPr id="6" name="Straight Connector 5">
            <a:extLst>
              <a:ext uri="{FF2B5EF4-FFF2-40B4-BE49-F238E27FC236}">
                <a16:creationId xmlns:a16="http://schemas.microsoft.com/office/drawing/2014/main" id="{D2E01D3A-DC86-4E44-8CF9-1C22C7EF146C}"/>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7" name="Title 1">
            <a:extLst>
              <a:ext uri="{FF2B5EF4-FFF2-40B4-BE49-F238E27FC236}">
                <a16:creationId xmlns:a16="http://schemas.microsoft.com/office/drawing/2014/main" id="{141A7982-D4EE-4D59-B7FB-69344B0DCA64}"/>
              </a:ext>
            </a:extLst>
          </p:cNvPr>
          <p:cNvSpPr txBox="1">
            <a:spLocks/>
          </p:cNvSpPr>
          <p:nvPr/>
        </p:nvSpPr>
        <p:spPr>
          <a:xfrm>
            <a:off x="247135" y="17444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Mapping Relationships</a:t>
            </a:r>
            <a:endParaRPr lang="en-US" sz="2600" dirty="0">
              <a:solidFill>
                <a:srgbClr val="7030A0"/>
              </a:solidFill>
            </a:endParaRPr>
          </a:p>
        </p:txBody>
      </p:sp>
      <p:sp>
        <p:nvSpPr>
          <p:cNvPr id="2" name="Slide Number Placeholder 1">
            <a:extLst>
              <a:ext uri="{FF2B5EF4-FFF2-40B4-BE49-F238E27FC236}">
                <a16:creationId xmlns:a16="http://schemas.microsoft.com/office/drawing/2014/main" id="{A72683F5-6FF3-4DAD-B915-90088E397A87}"/>
              </a:ext>
            </a:extLst>
          </p:cNvPr>
          <p:cNvSpPr>
            <a:spLocks noGrp="1"/>
          </p:cNvSpPr>
          <p:nvPr>
            <p:ph type="sldNum" sz="quarter" idx="12"/>
          </p:nvPr>
        </p:nvSpPr>
        <p:spPr/>
        <p:txBody>
          <a:bodyPr/>
          <a:lstStyle/>
          <a:p>
            <a:fld id="{127DDC20-79C9-9647-820E-6D40A3D210C3}" type="slidenum">
              <a:rPr lang="en-US" smtClean="0"/>
              <a:pPr/>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6" name="Straight Connector 5">
            <a:extLst>
              <a:ext uri="{FF2B5EF4-FFF2-40B4-BE49-F238E27FC236}">
                <a16:creationId xmlns:a16="http://schemas.microsoft.com/office/drawing/2014/main" id="{68226867-ED5B-43B8-8B10-B9852A38F161}"/>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7" name="Title 1">
            <a:extLst>
              <a:ext uri="{FF2B5EF4-FFF2-40B4-BE49-F238E27FC236}">
                <a16:creationId xmlns:a16="http://schemas.microsoft.com/office/drawing/2014/main" id="{19B15EFE-228E-4962-9BCF-7903B2836C85}"/>
              </a:ext>
            </a:extLst>
          </p:cNvPr>
          <p:cNvSpPr txBox="1">
            <a:spLocks/>
          </p:cNvSpPr>
          <p:nvPr/>
        </p:nvSpPr>
        <p:spPr>
          <a:xfrm>
            <a:off x="263313" y="181361"/>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Mapping Relationships</a:t>
            </a:r>
            <a:endParaRPr lang="en-US" sz="2600" dirty="0">
              <a:solidFill>
                <a:srgbClr val="7030A0"/>
              </a:solidFill>
            </a:endParaRPr>
          </a:p>
        </p:txBody>
      </p:sp>
      <p:sp>
        <p:nvSpPr>
          <p:cNvPr id="2" name="Slide Number Placeholder 1">
            <a:extLst>
              <a:ext uri="{FF2B5EF4-FFF2-40B4-BE49-F238E27FC236}">
                <a16:creationId xmlns:a16="http://schemas.microsoft.com/office/drawing/2014/main" id="{47E6246C-B254-4EBE-93FC-EBA93A308712}"/>
              </a:ext>
            </a:extLst>
          </p:cNvPr>
          <p:cNvSpPr>
            <a:spLocks noGrp="1"/>
          </p:cNvSpPr>
          <p:nvPr>
            <p:ph type="sldNum" sz="quarter" idx="12"/>
          </p:nvPr>
        </p:nvSpPr>
        <p:spPr/>
        <p:txBody>
          <a:bodyPr/>
          <a:lstStyle/>
          <a:p>
            <a:fld id="{127DDC20-79C9-9647-820E-6D40A3D210C3}" type="slidenum">
              <a:rPr lang="en-US" smtClean="0"/>
              <a:pPr/>
              <a:t>20</a:t>
            </a:fld>
            <a:endParaRPr lang="en-US"/>
          </a:p>
        </p:txBody>
      </p:sp>
      <p:pic>
        <p:nvPicPr>
          <p:cNvPr id="5" name="Picture 4">
            <a:hlinkClick r:id="rId2"/>
            <a:extLst>
              <a:ext uri="{FF2B5EF4-FFF2-40B4-BE49-F238E27FC236}">
                <a16:creationId xmlns:a16="http://schemas.microsoft.com/office/drawing/2014/main" id="{7155FDC1-BE49-4424-A3B6-C8DBED52E568}"/>
              </a:ext>
            </a:extLst>
          </p:cNvPr>
          <p:cNvPicPr>
            <a:picLocks noChangeAspect="1"/>
          </p:cNvPicPr>
          <p:nvPr/>
        </p:nvPicPr>
        <p:blipFill>
          <a:blip r:embed="rId3"/>
          <a:stretch>
            <a:fillRect/>
          </a:stretch>
        </p:blipFill>
        <p:spPr>
          <a:xfrm>
            <a:off x="2352474" y="1664460"/>
            <a:ext cx="5053280" cy="3336493"/>
          </a:xfrm>
          <a:prstGeom prst="rect">
            <a:avLst/>
          </a:prstGeom>
        </p:spPr>
      </p:pic>
      <p:sp>
        <p:nvSpPr>
          <p:cNvPr id="9" name="TextBox 8">
            <a:extLst>
              <a:ext uri="{FF2B5EF4-FFF2-40B4-BE49-F238E27FC236}">
                <a16:creationId xmlns:a16="http://schemas.microsoft.com/office/drawing/2014/main" id="{8E3D09F6-8B10-A528-13D3-FF85210F3BC3}"/>
              </a:ext>
            </a:extLst>
          </p:cNvPr>
          <p:cNvSpPr txBox="1"/>
          <p:nvPr/>
        </p:nvSpPr>
        <p:spPr>
          <a:xfrm>
            <a:off x="-276225" y="1071115"/>
            <a:ext cx="4171950" cy="369332"/>
          </a:xfrm>
          <a:prstGeom prst="rect">
            <a:avLst/>
          </a:prstGeom>
          <a:noFill/>
        </p:spPr>
        <p:txBody>
          <a:bodyPr wrap="square">
            <a:spAutoFit/>
          </a:bodyPr>
          <a:lstStyle/>
          <a:p>
            <a:pPr lvl="1">
              <a:buFont typeface="Wingdings" panose="05000000000000000000" pitchFamily="2" charset="2"/>
              <a:buChar char="ü"/>
            </a:pPr>
            <a:r>
              <a:rPr lang="en-US" altLang="en-US" sz="1800" dirty="0"/>
              <a:t>Rate: Men per 100 women</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362" name="Picture 6" descr="Image of croplands and croplands per thousand people"/>
          <p:cNvPicPr>
            <a:picLocks noChangeAspect="1" noChangeArrowheads="1"/>
          </p:cNvPicPr>
          <p:nvPr/>
        </p:nvPicPr>
        <p:blipFill>
          <a:blip r:embed="rId3" cstate="print"/>
          <a:srcRect/>
          <a:stretch>
            <a:fillRect/>
          </a:stretch>
        </p:blipFill>
        <p:spPr bwMode="auto">
          <a:xfrm>
            <a:off x="2973151" y="1048939"/>
            <a:ext cx="5005268" cy="3691533"/>
          </a:xfrm>
          <a:prstGeom prst="rect">
            <a:avLst/>
          </a:prstGeom>
          <a:noFill/>
          <a:ln w="9525">
            <a:noFill/>
            <a:miter lim="800000"/>
            <a:headEnd/>
            <a:tailEnd/>
          </a:ln>
        </p:spPr>
      </p:pic>
      <p:sp>
        <p:nvSpPr>
          <p:cNvPr id="15364" name="Rectangle 4"/>
          <p:cNvSpPr>
            <a:spLocks noChangeArrowheads="1"/>
          </p:cNvSpPr>
          <p:nvPr/>
        </p:nvSpPr>
        <p:spPr bwMode="auto">
          <a:xfrm>
            <a:off x="251181" y="1272514"/>
            <a:ext cx="2658100" cy="320857"/>
          </a:xfrm>
          <a:prstGeom prst="rect">
            <a:avLst/>
          </a:prstGeom>
          <a:solidFill>
            <a:schemeClr val="bg1"/>
          </a:solidFill>
          <a:ln w="9525">
            <a:solidFill>
              <a:srgbClr val="FF0000"/>
            </a:solidFill>
            <a:miter lim="800000"/>
            <a:headEnd/>
            <a:tailEnd/>
          </a:ln>
        </p:spPr>
        <p:txBody>
          <a:bodyPr wrap="none">
            <a:spAutoFit/>
          </a:bodyPr>
          <a:lstStyle/>
          <a:p>
            <a:pPr algn="l"/>
            <a:r>
              <a:rPr lang="en-US" sz="1485" dirty="0">
                <a:solidFill>
                  <a:srgbClr val="000000"/>
                </a:solidFill>
                <a:latin typeface="Arial" charset="0"/>
                <a:cs typeface="Arial" charset="0"/>
              </a:rPr>
              <a:t>Acres of Cropland/Population</a:t>
            </a:r>
          </a:p>
        </p:txBody>
      </p:sp>
      <p:sp>
        <p:nvSpPr>
          <p:cNvPr id="15365" name="Rectangle 5"/>
          <p:cNvSpPr>
            <a:spLocks noChangeArrowheads="1"/>
          </p:cNvSpPr>
          <p:nvPr/>
        </p:nvSpPr>
        <p:spPr bwMode="auto">
          <a:xfrm>
            <a:off x="638015" y="1632558"/>
            <a:ext cx="1915909" cy="279307"/>
          </a:xfrm>
          <a:prstGeom prst="rect">
            <a:avLst/>
          </a:prstGeom>
          <a:solidFill>
            <a:schemeClr val="bg1"/>
          </a:solidFill>
          <a:ln w="9525">
            <a:solidFill>
              <a:srgbClr val="FF0000"/>
            </a:solidFill>
            <a:miter lim="800000"/>
            <a:headEnd/>
            <a:tailEnd/>
          </a:ln>
        </p:spPr>
        <p:txBody>
          <a:bodyPr wrap="none">
            <a:spAutoFit/>
          </a:bodyPr>
          <a:lstStyle/>
          <a:p>
            <a:pPr algn="l"/>
            <a:r>
              <a:rPr lang="en-US" sz="1215" dirty="0">
                <a:solidFill>
                  <a:srgbClr val="000000"/>
                </a:solidFill>
                <a:latin typeface="Arial" charset="0"/>
                <a:cs typeface="Arial" charset="0"/>
              </a:rPr>
              <a:t>“Acres per 1,000 People”</a:t>
            </a:r>
          </a:p>
        </p:txBody>
      </p:sp>
      <p:cxnSp>
        <p:nvCxnSpPr>
          <p:cNvPr id="6" name="Straight Connector 5">
            <a:extLst>
              <a:ext uri="{FF2B5EF4-FFF2-40B4-BE49-F238E27FC236}">
                <a16:creationId xmlns:a16="http://schemas.microsoft.com/office/drawing/2014/main" id="{A4D26DB7-8BEA-49BB-9E04-40A2603862BC}"/>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7" name="Title 1">
            <a:extLst>
              <a:ext uri="{FF2B5EF4-FFF2-40B4-BE49-F238E27FC236}">
                <a16:creationId xmlns:a16="http://schemas.microsoft.com/office/drawing/2014/main" id="{8F073FD6-FA0D-41B5-8748-0AFC680DF552}"/>
              </a:ext>
            </a:extLst>
          </p:cNvPr>
          <p:cNvSpPr txBox="1">
            <a:spLocks/>
          </p:cNvSpPr>
          <p:nvPr/>
        </p:nvSpPr>
        <p:spPr>
          <a:xfrm>
            <a:off x="331893" y="172096"/>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Mapping Relationships</a:t>
            </a:r>
            <a:endParaRPr lang="en-US" sz="2600" dirty="0">
              <a:solidFill>
                <a:srgbClr val="7030A0"/>
              </a:solidFill>
            </a:endParaRPr>
          </a:p>
        </p:txBody>
      </p:sp>
      <p:sp>
        <p:nvSpPr>
          <p:cNvPr id="4" name="TextBox 3">
            <a:extLst>
              <a:ext uri="{FF2B5EF4-FFF2-40B4-BE49-F238E27FC236}">
                <a16:creationId xmlns:a16="http://schemas.microsoft.com/office/drawing/2014/main" id="{F86B9723-22C2-4C50-A2D2-72509C81566E}"/>
              </a:ext>
            </a:extLst>
          </p:cNvPr>
          <p:cNvSpPr txBox="1"/>
          <p:nvPr/>
        </p:nvSpPr>
        <p:spPr>
          <a:xfrm>
            <a:off x="1" y="4866500"/>
            <a:ext cx="2973150" cy="246221"/>
          </a:xfrm>
          <a:prstGeom prst="rect">
            <a:avLst/>
          </a:prstGeom>
          <a:noFill/>
        </p:spPr>
        <p:txBody>
          <a:bodyPr wrap="square" rtlCol="0">
            <a:spAutoFit/>
          </a:bodyPr>
          <a:lstStyle/>
          <a:p>
            <a:r>
              <a:rPr lang="en-US" sz="1000" b="0" i="0" u="none" strike="noStrike" baseline="0" dirty="0">
                <a:solidFill>
                  <a:srgbClr val="0070C0"/>
                </a:solidFill>
              </a:rPr>
              <a:t> National Geospatial Technology Center of Excellence </a:t>
            </a:r>
            <a:endParaRPr lang="en-US" sz="1000" dirty="0">
              <a:solidFill>
                <a:srgbClr val="0070C0"/>
              </a:solidFill>
            </a:endParaRPr>
          </a:p>
        </p:txBody>
      </p:sp>
      <p:sp>
        <p:nvSpPr>
          <p:cNvPr id="2" name="Slide Number Placeholder 1">
            <a:extLst>
              <a:ext uri="{FF2B5EF4-FFF2-40B4-BE49-F238E27FC236}">
                <a16:creationId xmlns:a16="http://schemas.microsoft.com/office/drawing/2014/main" id="{2A9BEB6A-AB83-4EEA-A65F-A1A34365DE61}"/>
              </a:ext>
            </a:extLst>
          </p:cNvPr>
          <p:cNvSpPr>
            <a:spLocks noGrp="1"/>
          </p:cNvSpPr>
          <p:nvPr>
            <p:ph type="sldNum" sz="quarter" idx="12"/>
          </p:nvPr>
        </p:nvSpPr>
        <p:spPr/>
        <p:txBody>
          <a:bodyPr/>
          <a:lstStyle/>
          <a:p>
            <a:fld id="{127DDC20-79C9-9647-820E-6D40A3D210C3}" type="slidenum">
              <a:rPr lang="en-US" smtClean="0"/>
              <a:pPr/>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F2B10B-61B2-A9C4-7627-AF8DC12BDE93}"/>
            </a:ext>
          </a:extLst>
        </p:cNvPr>
        <p:cNvGrpSpPr/>
        <p:nvPr/>
      </p:nvGrpSpPr>
      <p:grpSpPr>
        <a:xfrm>
          <a:off x="0" y="0"/>
          <a:ext cx="0" cy="0"/>
          <a:chOff x="0" y="0"/>
          <a:chExt cx="0" cy="0"/>
        </a:xfrm>
      </p:grpSpPr>
      <p:pic>
        <p:nvPicPr>
          <p:cNvPr id="22" name="Picture 21">
            <a:hlinkClick r:id="rId3"/>
            <a:extLst>
              <a:ext uri="{FF2B5EF4-FFF2-40B4-BE49-F238E27FC236}">
                <a16:creationId xmlns:a16="http://schemas.microsoft.com/office/drawing/2014/main" id="{60D522D0-F5EB-AE83-4E29-902999D0EAE1}"/>
              </a:ext>
            </a:extLst>
          </p:cNvPr>
          <p:cNvPicPr>
            <a:picLocks noChangeAspect="1"/>
          </p:cNvPicPr>
          <p:nvPr/>
        </p:nvPicPr>
        <p:blipFill>
          <a:blip r:embed="rId4">
            <a:alphaModFix amt="50000"/>
          </a:blip>
          <a:stretch>
            <a:fillRect/>
          </a:stretch>
        </p:blipFill>
        <p:spPr>
          <a:xfrm>
            <a:off x="4335451" y="1532868"/>
            <a:ext cx="3105434" cy="3125930"/>
          </a:xfrm>
          <a:prstGeom prst="rect">
            <a:avLst/>
          </a:prstGeom>
        </p:spPr>
      </p:pic>
      <p:pic>
        <p:nvPicPr>
          <p:cNvPr id="20" name="Picture 19">
            <a:hlinkClick r:id="rId3"/>
            <a:extLst>
              <a:ext uri="{FF2B5EF4-FFF2-40B4-BE49-F238E27FC236}">
                <a16:creationId xmlns:a16="http://schemas.microsoft.com/office/drawing/2014/main" id="{8636C8F6-8602-713A-A6A3-B45F9239FB07}"/>
              </a:ext>
            </a:extLst>
          </p:cNvPr>
          <p:cNvPicPr>
            <a:picLocks noChangeAspect="1"/>
          </p:cNvPicPr>
          <p:nvPr/>
        </p:nvPicPr>
        <p:blipFill>
          <a:blip r:embed="rId5">
            <a:alphaModFix amt="50000"/>
          </a:blip>
          <a:stretch>
            <a:fillRect/>
          </a:stretch>
        </p:blipFill>
        <p:spPr>
          <a:xfrm>
            <a:off x="599418" y="1553816"/>
            <a:ext cx="3105434" cy="3125931"/>
          </a:xfrm>
          <a:prstGeom prst="rect">
            <a:avLst/>
          </a:prstGeom>
        </p:spPr>
      </p:pic>
      <p:sp>
        <p:nvSpPr>
          <p:cNvPr id="2" name="标题 1">
            <a:extLst>
              <a:ext uri="{FF2B5EF4-FFF2-40B4-BE49-F238E27FC236}">
                <a16:creationId xmlns:a16="http://schemas.microsoft.com/office/drawing/2014/main" id="{95CC2A1D-704F-FBFE-8E07-69B60FEE06F6}"/>
              </a:ext>
            </a:extLst>
          </p:cNvPr>
          <p:cNvSpPr>
            <a:spLocks noGrp="1"/>
          </p:cNvSpPr>
          <p:nvPr>
            <p:ph type="title"/>
          </p:nvPr>
        </p:nvSpPr>
        <p:spPr>
          <a:xfrm>
            <a:off x="290382" y="350339"/>
            <a:ext cx="5274167" cy="595291"/>
          </a:xfrm>
        </p:spPr>
        <p:txBody>
          <a:bodyPr/>
          <a:lstStyle/>
          <a:p>
            <a:pPr>
              <a:lnSpc>
                <a:spcPct val="150000"/>
              </a:lnSpc>
            </a:pPr>
            <a:r>
              <a:rPr lang="en-US" altLang="zh-CN" dirty="0"/>
              <a:t>Choosing the Right Visual Type</a:t>
            </a:r>
          </a:p>
        </p:txBody>
      </p:sp>
      <p:sp>
        <p:nvSpPr>
          <p:cNvPr id="12" name="TextBox 11">
            <a:extLst>
              <a:ext uri="{FF2B5EF4-FFF2-40B4-BE49-F238E27FC236}">
                <a16:creationId xmlns:a16="http://schemas.microsoft.com/office/drawing/2014/main" id="{F4E187EB-D1F3-E258-A029-64AFCDD5A429}"/>
              </a:ext>
            </a:extLst>
          </p:cNvPr>
          <p:cNvSpPr txBox="1"/>
          <p:nvPr/>
        </p:nvSpPr>
        <p:spPr>
          <a:xfrm>
            <a:off x="788715" y="1599779"/>
            <a:ext cx="1645921" cy="2585323"/>
          </a:xfrm>
          <a:prstGeom prst="rect">
            <a:avLst/>
          </a:prstGeom>
          <a:noFill/>
        </p:spPr>
        <p:txBody>
          <a:bodyPr wrap="square" rtlCol="0">
            <a:spAutoFit/>
          </a:bodyPr>
          <a:lstStyle/>
          <a:p>
            <a:r>
              <a:rPr lang="en-US" altLang="zh-CN" sz="2160" b="1" dirty="0"/>
              <a:t>Raw values</a:t>
            </a:r>
          </a:p>
          <a:p>
            <a:endParaRPr lang="en-US" altLang="zh-CN" sz="2160" b="1" dirty="0"/>
          </a:p>
          <a:p>
            <a:r>
              <a:rPr lang="en-US" altLang="zh-CN" sz="1620" dirty="0"/>
              <a:t>Counts</a:t>
            </a:r>
          </a:p>
          <a:p>
            <a:r>
              <a:rPr lang="en-US" altLang="zh-CN" sz="1620" dirty="0"/>
              <a:t>Totals</a:t>
            </a:r>
          </a:p>
          <a:p>
            <a:endParaRPr lang="en-US" altLang="zh-CN" sz="1620" dirty="0"/>
          </a:p>
          <a:p>
            <a:endParaRPr lang="en-US" altLang="zh-CN" sz="1620" dirty="0"/>
          </a:p>
          <a:p>
            <a:endParaRPr lang="en-US" altLang="zh-CN" sz="1620" dirty="0"/>
          </a:p>
          <a:p>
            <a:endParaRPr lang="en-US" altLang="zh-CN" sz="1620" dirty="0"/>
          </a:p>
          <a:p>
            <a:r>
              <a:rPr lang="en-US" altLang="zh-CN" sz="2160" b="1" dirty="0"/>
              <a:t>Color</a:t>
            </a:r>
            <a:endParaRPr lang="zh-CN" altLang="en-US" sz="2160" b="1" dirty="0"/>
          </a:p>
        </p:txBody>
      </p:sp>
      <p:sp>
        <p:nvSpPr>
          <p:cNvPr id="14" name="TextBox 13">
            <a:extLst>
              <a:ext uri="{FF2B5EF4-FFF2-40B4-BE49-F238E27FC236}">
                <a16:creationId xmlns:a16="http://schemas.microsoft.com/office/drawing/2014/main" id="{F7C354E0-8A19-0A8C-76F1-4E4D0B679BD4}"/>
              </a:ext>
            </a:extLst>
          </p:cNvPr>
          <p:cNvSpPr txBox="1"/>
          <p:nvPr/>
        </p:nvSpPr>
        <p:spPr>
          <a:xfrm>
            <a:off x="4551997" y="1532868"/>
            <a:ext cx="2346873" cy="2585323"/>
          </a:xfrm>
          <a:prstGeom prst="rect">
            <a:avLst/>
          </a:prstGeom>
          <a:noFill/>
        </p:spPr>
        <p:txBody>
          <a:bodyPr wrap="square" rtlCol="0">
            <a:spAutoFit/>
          </a:bodyPr>
          <a:lstStyle/>
          <a:p>
            <a:r>
              <a:rPr lang="en-US" altLang="zh-CN" sz="2160" b="1" dirty="0"/>
              <a:t>Derived values</a:t>
            </a:r>
          </a:p>
          <a:p>
            <a:endParaRPr lang="en-US" altLang="zh-CN" sz="2160" b="1" dirty="0"/>
          </a:p>
          <a:p>
            <a:r>
              <a:rPr lang="en-US" altLang="zh-CN" sz="1620" dirty="0"/>
              <a:t>Percentages</a:t>
            </a:r>
          </a:p>
          <a:p>
            <a:r>
              <a:rPr lang="en-US" altLang="zh-CN" sz="1620" dirty="0"/>
              <a:t>Averages</a:t>
            </a:r>
          </a:p>
          <a:p>
            <a:r>
              <a:rPr lang="en-US" altLang="zh-CN" sz="1620" dirty="0"/>
              <a:t>Rates</a:t>
            </a:r>
          </a:p>
          <a:p>
            <a:r>
              <a:rPr lang="en-US" altLang="zh-CN" sz="1620" dirty="0"/>
              <a:t>Ratios</a:t>
            </a:r>
          </a:p>
          <a:p>
            <a:endParaRPr lang="en-US" altLang="zh-CN" sz="1620" dirty="0"/>
          </a:p>
          <a:p>
            <a:endParaRPr lang="en-US" altLang="zh-CN" sz="1620" dirty="0"/>
          </a:p>
          <a:p>
            <a:r>
              <a:rPr lang="en-US" altLang="zh-CN" sz="2160" b="1" dirty="0"/>
              <a:t>Color</a:t>
            </a:r>
            <a:endParaRPr lang="zh-CN" altLang="en-US" sz="2160" b="1" dirty="0"/>
          </a:p>
        </p:txBody>
      </p:sp>
      <p:sp>
        <p:nvSpPr>
          <p:cNvPr id="15" name="TextBox 14">
            <a:extLst>
              <a:ext uri="{FF2B5EF4-FFF2-40B4-BE49-F238E27FC236}">
                <a16:creationId xmlns:a16="http://schemas.microsoft.com/office/drawing/2014/main" id="{CAE31C3F-2727-7DC5-50ED-F42C50FFFFBF}"/>
              </a:ext>
            </a:extLst>
          </p:cNvPr>
          <p:cNvSpPr txBox="1"/>
          <p:nvPr/>
        </p:nvSpPr>
        <p:spPr>
          <a:xfrm>
            <a:off x="599418" y="988406"/>
            <a:ext cx="6841467" cy="427618"/>
          </a:xfrm>
          <a:prstGeom prst="rect">
            <a:avLst/>
          </a:prstGeom>
          <a:noFill/>
        </p:spPr>
        <p:txBody>
          <a:bodyPr wrap="square" rtlCol="0">
            <a:spAutoFit/>
          </a:bodyPr>
          <a:lstStyle/>
          <a:p>
            <a:pPr lvl="1" algn="ctr">
              <a:lnSpc>
                <a:spcPct val="150000"/>
              </a:lnSpc>
            </a:pPr>
            <a:r>
              <a:rPr lang="en-US" sz="1620" b="1" dirty="0"/>
              <a:t>b. Spatial Data – Choropleth Map </a:t>
            </a:r>
          </a:p>
        </p:txBody>
      </p:sp>
    </p:spTree>
    <p:extLst>
      <p:ext uri="{BB962C8B-B14F-4D97-AF65-F5344CB8AC3E}">
        <p14:creationId xmlns:p14="http://schemas.microsoft.com/office/powerpoint/2010/main" val="18529082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4"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6" name="Straight Connector 5">
            <a:extLst>
              <a:ext uri="{FF2B5EF4-FFF2-40B4-BE49-F238E27FC236}">
                <a16:creationId xmlns:a16="http://schemas.microsoft.com/office/drawing/2014/main" id="{6E58DDFE-7977-40B3-B94D-A0A26DD91293}"/>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7" name="Title 1">
            <a:extLst>
              <a:ext uri="{FF2B5EF4-FFF2-40B4-BE49-F238E27FC236}">
                <a16:creationId xmlns:a16="http://schemas.microsoft.com/office/drawing/2014/main" id="{29290073-5555-4B08-978C-DC444D53CBEA}"/>
              </a:ext>
            </a:extLst>
          </p:cNvPr>
          <p:cNvSpPr txBox="1">
            <a:spLocks/>
          </p:cNvSpPr>
          <p:nvPr/>
        </p:nvSpPr>
        <p:spPr>
          <a:xfrm>
            <a:off x="247135" y="172712"/>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Mapping Stat Summaries</a:t>
            </a:r>
            <a:endParaRPr lang="en-US" sz="2600" dirty="0">
              <a:solidFill>
                <a:srgbClr val="7030A0"/>
              </a:solidFill>
            </a:endParaRPr>
          </a:p>
        </p:txBody>
      </p:sp>
      <p:sp>
        <p:nvSpPr>
          <p:cNvPr id="4" name="Rectangle 1027">
            <a:extLst>
              <a:ext uri="{FF2B5EF4-FFF2-40B4-BE49-F238E27FC236}">
                <a16:creationId xmlns:a16="http://schemas.microsoft.com/office/drawing/2014/main" id="{CD40CD49-1887-4D92-9E2A-C76077F405AD}"/>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600" dirty="0"/>
              <a:t>Enumeration units can be represented according to calculated statistics </a:t>
            </a:r>
          </a:p>
          <a:p>
            <a:pPr lvl="1">
              <a:buFont typeface="Wingdings" panose="05000000000000000000" pitchFamily="2" charset="2"/>
              <a:buChar char="ü"/>
            </a:pPr>
            <a:r>
              <a:rPr lang="en-US" altLang="en-US" sz="2440" dirty="0"/>
              <a:t>Median</a:t>
            </a:r>
          </a:p>
          <a:p>
            <a:pPr lvl="1">
              <a:buFont typeface="Wingdings" panose="05000000000000000000" pitchFamily="2" charset="2"/>
              <a:buChar char="ü"/>
            </a:pPr>
            <a:r>
              <a:rPr lang="en-US" altLang="en-US" sz="2440" dirty="0"/>
              <a:t>Mean (average)</a:t>
            </a:r>
          </a:p>
          <a:p>
            <a:pPr lvl="1">
              <a:buFont typeface="Wingdings" panose="05000000000000000000" pitchFamily="2" charset="2"/>
              <a:buChar char="ü"/>
            </a:pPr>
            <a:r>
              <a:rPr lang="en-US" altLang="en-US" sz="2440" dirty="0"/>
              <a:t>Standard Deviation, etc.</a:t>
            </a:r>
          </a:p>
          <a:p>
            <a:pPr marL="0" indent="0">
              <a:buNone/>
            </a:pPr>
            <a:endParaRPr lang="en-US" altLang="en-US" sz="2600" dirty="0"/>
          </a:p>
        </p:txBody>
      </p:sp>
      <p:sp>
        <p:nvSpPr>
          <p:cNvPr id="2" name="Slide Number Placeholder 1">
            <a:extLst>
              <a:ext uri="{FF2B5EF4-FFF2-40B4-BE49-F238E27FC236}">
                <a16:creationId xmlns:a16="http://schemas.microsoft.com/office/drawing/2014/main" id="{F43BF1CA-F5B2-43BA-9124-6D845B8AD0D4}"/>
              </a:ext>
            </a:extLst>
          </p:cNvPr>
          <p:cNvSpPr>
            <a:spLocks noGrp="1"/>
          </p:cNvSpPr>
          <p:nvPr>
            <p:ph type="sldNum" sz="quarter" idx="12"/>
          </p:nvPr>
        </p:nvSpPr>
        <p:spPr/>
        <p:txBody>
          <a:bodyPr/>
          <a:lstStyle/>
          <a:p>
            <a:fld id="{127DDC20-79C9-9647-820E-6D40A3D210C3}" type="slidenum">
              <a:rPr lang="en-US" smtClean="0"/>
              <a:pPr/>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5"/>
          <p:cNvSpPr>
            <a:spLocks noChangeArrowheads="1"/>
          </p:cNvSpPr>
          <p:nvPr/>
        </p:nvSpPr>
        <p:spPr bwMode="auto">
          <a:xfrm>
            <a:off x="2653289" y="1129077"/>
            <a:ext cx="3004027" cy="321627"/>
          </a:xfrm>
          <a:prstGeom prst="rect">
            <a:avLst/>
          </a:prstGeom>
          <a:solidFill>
            <a:schemeClr val="bg1"/>
          </a:solidFill>
          <a:ln w="9525">
            <a:noFill/>
            <a:miter lim="800000"/>
            <a:headEnd/>
            <a:tailEnd/>
          </a:ln>
        </p:spPr>
        <p:txBody>
          <a:bodyPr wrap="none">
            <a:spAutoFit/>
          </a:bodyPr>
          <a:lstStyle/>
          <a:p>
            <a:r>
              <a:rPr lang="en-US" sz="1490" spc="54" dirty="0">
                <a:solidFill>
                  <a:srgbClr val="000000"/>
                </a:solidFill>
                <a:latin typeface="Arial" charset="0"/>
                <a:cs typeface="Arial" charset="0"/>
              </a:rPr>
              <a:t>Average Household Size, 2020</a:t>
            </a:r>
          </a:p>
        </p:txBody>
      </p:sp>
      <p:cxnSp>
        <p:nvCxnSpPr>
          <p:cNvPr id="6" name="Straight Connector 5">
            <a:extLst>
              <a:ext uri="{FF2B5EF4-FFF2-40B4-BE49-F238E27FC236}">
                <a16:creationId xmlns:a16="http://schemas.microsoft.com/office/drawing/2014/main" id="{4C2D144A-D691-413C-B16C-6E5C47D6A848}"/>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7" name="Title 1">
            <a:extLst>
              <a:ext uri="{FF2B5EF4-FFF2-40B4-BE49-F238E27FC236}">
                <a16:creationId xmlns:a16="http://schemas.microsoft.com/office/drawing/2014/main" id="{9C8E2AE1-13E4-4BF3-A48E-E63B8D291E9D}"/>
              </a:ext>
            </a:extLst>
          </p:cNvPr>
          <p:cNvSpPr txBox="1">
            <a:spLocks/>
          </p:cNvSpPr>
          <p:nvPr/>
        </p:nvSpPr>
        <p:spPr>
          <a:xfrm>
            <a:off x="217593" y="168744"/>
            <a:ext cx="8077200" cy="857250"/>
          </a:xfrm>
          <a:prstGeom prst="rect">
            <a:avLst/>
          </a:prstGeom>
        </p:spPr>
        <p:txBody>
          <a:bodyPr vert="horz" lIns="91440" tIns="45720" rIns="91440" bIns="45720" rtlCol="0" anchor="ctr">
            <a:normAutofit/>
          </a:bodyPr>
          <a:lstStyle>
            <a:lvl1pPr algn="ctr" defTabSz="411480" rtl="0" eaLnBrk="1" latinLnBrk="0" hangingPunct="1">
              <a:spcBef>
                <a:spcPct val="0"/>
              </a:spcBef>
              <a:buNone/>
              <a:defRPr sz="3960" kern="1200">
                <a:solidFill>
                  <a:schemeClr val="tx1"/>
                </a:solidFill>
                <a:latin typeface="+mj-lt"/>
                <a:ea typeface="+mj-ea"/>
                <a:cs typeface="+mj-cs"/>
              </a:defRPr>
            </a:lvl1pPr>
          </a:lstStyle>
          <a:p>
            <a:pPr algn="l"/>
            <a:r>
              <a:rPr lang="en-US" sz="3200" dirty="0">
                <a:solidFill>
                  <a:srgbClr val="7030A0"/>
                </a:solidFill>
              </a:rPr>
              <a:t>Mapping Stat Summaries</a:t>
            </a:r>
            <a:endParaRPr lang="en-US" sz="2600" dirty="0">
              <a:solidFill>
                <a:srgbClr val="7030A0"/>
              </a:solidFill>
            </a:endParaRPr>
          </a:p>
        </p:txBody>
      </p:sp>
      <p:pic>
        <p:nvPicPr>
          <p:cNvPr id="8" name="Picture 7" descr="Image of average household">
            <a:extLst>
              <a:ext uri="{FF2B5EF4-FFF2-40B4-BE49-F238E27FC236}">
                <a16:creationId xmlns:a16="http://schemas.microsoft.com/office/drawing/2014/main" id="{08AF6BDA-DCC7-473E-9DC5-23C18E1E5424}"/>
              </a:ext>
            </a:extLst>
          </p:cNvPr>
          <p:cNvPicPr>
            <a:picLocks noChangeAspect="1"/>
          </p:cNvPicPr>
          <p:nvPr/>
        </p:nvPicPr>
        <p:blipFill>
          <a:blip r:embed="rId2"/>
          <a:stretch>
            <a:fillRect/>
          </a:stretch>
        </p:blipFill>
        <p:spPr>
          <a:xfrm>
            <a:off x="152400" y="1408384"/>
            <a:ext cx="5946737" cy="3347793"/>
          </a:xfrm>
          <a:prstGeom prst="rect">
            <a:avLst/>
          </a:prstGeom>
        </p:spPr>
      </p:pic>
      <p:pic>
        <p:nvPicPr>
          <p:cNvPr id="10" name="Picture 9" descr="Legend">
            <a:extLst>
              <a:ext uri="{FF2B5EF4-FFF2-40B4-BE49-F238E27FC236}">
                <a16:creationId xmlns:a16="http://schemas.microsoft.com/office/drawing/2014/main" id="{8C920771-7E71-4E43-AE67-7E497809C889}"/>
              </a:ext>
            </a:extLst>
          </p:cNvPr>
          <p:cNvPicPr>
            <a:picLocks noChangeAspect="1"/>
          </p:cNvPicPr>
          <p:nvPr/>
        </p:nvPicPr>
        <p:blipFill>
          <a:blip r:embed="rId3"/>
          <a:stretch>
            <a:fillRect/>
          </a:stretch>
        </p:blipFill>
        <p:spPr>
          <a:xfrm>
            <a:off x="6132590" y="3037039"/>
            <a:ext cx="1733707" cy="1719138"/>
          </a:xfrm>
          <a:prstGeom prst="rect">
            <a:avLst/>
          </a:prstGeom>
        </p:spPr>
      </p:pic>
      <p:sp>
        <p:nvSpPr>
          <p:cNvPr id="14" name="TextBox 13">
            <a:extLst>
              <a:ext uri="{FF2B5EF4-FFF2-40B4-BE49-F238E27FC236}">
                <a16:creationId xmlns:a16="http://schemas.microsoft.com/office/drawing/2014/main" id="{2CF423AB-1790-4D67-BC7F-2F6BED326FA1}"/>
              </a:ext>
            </a:extLst>
          </p:cNvPr>
          <p:cNvSpPr txBox="1"/>
          <p:nvPr/>
        </p:nvSpPr>
        <p:spPr>
          <a:xfrm>
            <a:off x="118533" y="4876499"/>
            <a:ext cx="6171787" cy="246221"/>
          </a:xfrm>
          <a:prstGeom prst="rect">
            <a:avLst/>
          </a:prstGeom>
          <a:noFill/>
        </p:spPr>
        <p:txBody>
          <a:bodyPr wrap="square">
            <a:spAutoFit/>
          </a:bodyPr>
          <a:lstStyle/>
          <a:p>
            <a:r>
              <a:rPr lang="en-US" sz="1000" dirty="0">
                <a:solidFill>
                  <a:srgbClr val="0070C0"/>
                </a:solidFill>
                <a:hlinkClick r:id="rId4">
                  <a:extLst>
                    <a:ext uri="{A12FA001-AC4F-418D-AE19-62706E023703}">
                      <ahyp:hlinkClr xmlns:ahyp="http://schemas.microsoft.com/office/drawing/2018/hyperlinkcolor" val="tx"/>
                    </a:ext>
                  </a:extLst>
                </a:hlinkClick>
              </a:rPr>
              <a:t>https://uca-gis.maps.arcgis.com/home/webmap/viewer.html?webmap=36d7e68ce0ab416d951300479fc6fc04</a:t>
            </a:r>
            <a:endParaRPr lang="en-US" sz="1000" dirty="0">
              <a:solidFill>
                <a:srgbClr val="0070C0"/>
              </a:solidFill>
            </a:endParaRPr>
          </a:p>
        </p:txBody>
      </p:sp>
      <p:sp>
        <p:nvSpPr>
          <p:cNvPr id="2" name="Slide Number Placeholder 1">
            <a:extLst>
              <a:ext uri="{FF2B5EF4-FFF2-40B4-BE49-F238E27FC236}">
                <a16:creationId xmlns:a16="http://schemas.microsoft.com/office/drawing/2014/main" id="{84879835-51BB-473D-9692-58B9CAFD15C5}"/>
              </a:ext>
            </a:extLst>
          </p:cNvPr>
          <p:cNvSpPr>
            <a:spLocks noGrp="1"/>
          </p:cNvSpPr>
          <p:nvPr>
            <p:ph type="sldNum" sz="quarter" idx="12"/>
          </p:nvPr>
        </p:nvSpPr>
        <p:spPr/>
        <p:txBody>
          <a:bodyPr/>
          <a:lstStyle/>
          <a:p>
            <a:fld id="{127DDC20-79C9-9647-820E-6D40A3D210C3}" type="slidenum">
              <a:rPr lang="en-US" smtClean="0"/>
              <a:pPr/>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 name="Straight Connector 4">
            <a:extLst>
              <a:ext uri="{FF2B5EF4-FFF2-40B4-BE49-F238E27FC236}">
                <a16:creationId xmlns:a16="http://schemas.microsoft.com/office/drawing/2014/main" id="{C426D10E-BAC4-431A-82B0-54C4336FC8CC}"/>
              </a:ext>
            </a:extLst>
          </p:cNvPr>
          <p:cNvCxnSpPr/>
          <p:nvPr/>
        </p:nvCxnSpPr>
        <p:spPr>
          <a:xfrm>
            <a:off x="152400" y="922910"/>
            <a:ext cx="8001000" cy="0"/>
          </a:xfrm>
          <a:prstGeom prst="line">
            <a:avLst/>
          </a:prstGeom>
          <a:ln>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12" name="Rectangle 1027">
            <a:extLst>
              <a:ext uri="{FF2B5EF4-FFF2-40B4-BE49-F238E27FC236}">
                <a16:creationId xmlns:a16="http://schemas.microsoft.com/office/drawing/2014/main" id="{0921CF14-3BFC-4D02-BA93-0FEF34FECBD9}"/>
              </a:ext>
            </a:extLst>
          </p:cNvPr>
          <p:cNvSpPr txBox="1">
            <a:spLocks noChangeArrowheads="1"/>
          </p:cNvSpPr>
          <p:nvPr/>
        </p:nvSpPr>
        <p:spPr>
          <a:xfrm>
            <a:off x="302741" y="1029962"/>
            <a:ext cx="7679724" cy="3886200"/>
          </a:xfrm>
          <a:prstGeom prst="rect">
            <a:avLst/>
          </a:prstGeom>
        </p:spPr>
        <p:txBody>
          <a:bodyPr vert="horz" lIns="91440" tIns="45720" rIns="91440" bIns="45720" rtlCol="0">
            <a:normAutofit/>
          </a:bodyPr>
          <a:lstStyle>
            <a:lvl1pPr marL="308610" indent="-308610" algn="l" defTabSz="411480" rtl="0" eaLnBrk="1" latinLnBrk="0" hangingPunct="1">
              <a:spcBef>
                <a:spcPct val="20000"/>
              </a:spcBef>
              <a:buFont typeface="Arial"/>
              <a:buChar char="•"/>
              <a:defRPr sz="2880" kern="1200">
                <a:solidFill>
                  <a:schemeClr val="tx1"/>
                </a:solidFill>
                <a:latin typeface="+mn-lt"/>
                <a:ea typeface="+mn-ea"/>
                <a:cs typeface="+mn-cs"/>
              </a:defRPr>
            </a:lvl1pPr>
            <a:lvl2pPr marL="668655" indent="-257175" algn="l" defTabSz="411480" rtl="0" eaLnBrk="1" latinLnBrk="0" hangingPunct="1">
              <a:spcBef>
                <a:spcPct val="20000"/>
              </a:spcBef>
              <a:buFont typeface="Arial"/>
              <a:buChar char="–"/>
              <a:defRPr sz="2520" kern="1200">
                <a:solidFill>
                  <a:schemeClr val="tx1"/>
                </a:solidFill>
                <a:latin typeface="+mn-lt"/>
                <a:ea typeface="+mn-ea"/>
                <a:cs typeface="+mn-cs"/>
              </a:defRPr>
            </a:lvl2pPr>
            <a:lvl3pPr marL="1028700" indent="-205740" algn="l" defTabSz="411480" rtl="0" eaLnBrk="1" latinLnBrk="0" hangingPunct="1">
              <a:spcBef>
                <a:spcPct val="20000"/>
              </a:spcBef>
              <a:buFont typeface="Arial"/>
              <a:buChar char="•"/>
              <a:defRPr sz="2160" kern="1200">
                <a:solidFill>
                  <a:schemeClr val="tx1"/>
                </a:solidFill>
                <a:latin typeface="+mn-lt"/>
                <a:ea typeface="+mn-ea"/>
                <a:cs typeface="+mn-cs"/>
              </a:defRPr>
            </a:lvl3pPr>
            <a:lvl4pPr marL="1440180" indent="-205740" algn="l" defTabSz="411480" rtl="0" eaLnBrk="1" latinLnBrk="0" hangingPunct="1">
              <a:spcBef>
                <a:spcPct val="20000"/>
              </a:spcBef>
              <a:buFont typeface="Arial"/>
              <a:buChar char="–"/>
              <a:defRPr sz="1800" kern="1200">
                <a:solidFill>
                  <a:schemeClr val="tx1"/>
                </a:solidFill>
                <a:latin typeface="+mn-lt"/>
                <a:ea typeface="+mn-ea"/>
                <a:cs typeface="+mn-cs"/>
              </a:defRPr>
            </a:lvl4pPr>
            <a:lvl5pPr marL="1851660" indent="-205740" algn="l" defTabSz="411480" rtl="0" eaLnBrk="1" latinLnBrk="0" hangingPunct="1">
              <a:spcBef>
                <a:spcPct val="20000"/>
              </a:spcBef>
              <a:buFont typeface="Arial"/>
              <a:buChar char="»"/>
              <a:defRPr sz="1800" kern="1200">
                <a:solidFill>
                  <a:schemeClr val="tx1"/>
                </a:solidFill>
                <a:latin typeface="+mn-lt"/>
                <a:ea typeface="+mn-ea"/>
                <a:cs typeface="+mn-cs"/>
              </a:defRPr>
            </a:lvl5pPr>
            <a:lvl6pPr marL="2263140" indent="-205740" algn="l" defTabSz="411480" rtl="0" eaLnBrk="1" latinLnBrk="0" hangingPunct="1">
              <a:spcBef>
                <a:spcPct val="20000"/>
              </a:spcBef>
              <a:buFont typeface="Arial"/>
              <a:buChar char="•"/>
              <a:defRPr sz="1800" kern="1200">
                <a:solidFill>
                  <a:schemeClr val="tx1"/>
                </a:solidFill>
                <a:latin typeface="+mn-lt"/>
                <a:ea typeface="+mn-ea"/>
                <a:cs typeface="+mn-cs"/>
              </a:defRPr>
            </a:lvl6pPr>
            <a:lvl7pPr marL="2674620" indent="-205740" algn="l" defTabSz="411480" rtl="0" eaLnBrk="1" latinLnBrk="0" hangingPunct="1">
              <a:spcBef>
                <a:spcPct val="20000"/>
              </a:spcBef>
              <a:buFont typeface="Arial"/>
              <a:buChar char="•"/>
              <a:defRPr sz="1800" kern="1200">
                <a:solidFill>
                  <a:schemeClr val="tx1"/>
                </a:solidFill>
                <a:latin typeface="+mn-lt"/>
                <a:ea typeface="+mn-ea"/>
                <a:cs typeface="+mn-cs"/>
              </a:defRPr>
            </a:lvl7pPr>
            <a:lvl8pPr marL="3086100" indent="-205740" algn="l" defTabSz="411480" rtl="0" eaLnBrk="1" latinLnBrk="0" hangingPunct="1">
              <a:spcBef>
                <a:spcPct val="20000"/>
              </a:spcBef>
              <a:buFont typeface="Arial"/>
              <a:buChar char="•"/>
              <a:defRPr sz="1800" kern="1200">
                <a:solidFill>
                  <a:schemeClr val="tx1"/>
                </a:solidFill>
                <a:latin typeface="+mn-lt"/>
                <a:ea typeface="+mn-ea"/>
                <a:cs typeface="+mn-cs"/>
              </a:defRPr>
            </a:lvl8pPr>
            <a:lvl9pPr marL="3497580" indent="-205740" algn="l" defTabSz="411480" rtl="0" eaLnBrk="1" latinLnBrk="0" hangingPunct="1">
              <a:spcBef>
                <a:spcPct val="20000"/>
              </a:spcBef>
              <a:buFont typeface="Arial"/>
              <a:buChar char="•"/>
              <a:defRPr sz="1800" kern="1200">
                <a:solidFill>
                  <a:schemeClr val="tx1"/>
                </a:solidFill>
                <a:latin typeface="+mn-lt"/>
                <a:ea typeface="+mn-ea"/>
                <a:cs typeface="+mn-cs"/>
              </a:defRPr>
            </a:lvl9pPr>
          </a:lstStyle>
          <a:p>
            <a:pPr>
              <a:buFont typeface="Courier New" panose="02070309020205020404" pitchFamily="49" charset="0"/>
              <a:buChar char="o"/>
            </a:pPr>
            <a:r>
              <a:rPr lang="en-US" sz="2600" dirty="0"/>
              <a:t>Transformation of raw data values to different, more meaningful values</a:t>
            </a:r>
          </a:p>
          <a:p>
            <a:pPr lvl="1">
              <a:buFont typeface="Wingdings" panose="05000000000000000000" pitchFamily="2" charset="2"/>
              <a:buChar char="ü"/>
            </a:pPr>
            <a:r>
              <a:rPr lang="en-US" altLang="en-US" sz="2440" dirty="0"/>
              <a:t>Densities, proportions, relationships, and statistical summaries</a:t>
            </a:r>
          </a:p>
          <a:p>
            <a:pPr lvl="1">
              <a:buFont typeface="Wingdings" panose="05000000000000000000" pitchFamily="2" charset="2"/>
              <a:buChar char="ü"/>
            </a:pPr>
            <a:r>
              <a:rPr lang="en-US" altLang="en-US" sz="2440" dirty="0"/>
              <a:t>In conjunction with </a:t>
            </a:r>
            <a:r>
              <a:rPr lang="en-US" altLang="en-US" sz="2440" dirty="0">
                <a:solidFill>
                  <a:srgbClr val="FF0000"/>
                </a:solidFill>
              </a:rPr>
              <a:t>data classification</a:t>
            </a:r>
            <a:r>
              <a:rPr lang="en-US" altLang="en-US" sz="2440" dirty="0"/>
              <a:t>, data standardization allows us to craft our message</a:t>
            </a:r>
          </a:p>
          <a:p>
            <a:pPr marL="0" indent="0">
              <a:buNone/>
            </a:pPr>
            <a:endParaRPr lang="en-US" altLang="en-US" sz="2600" dirty="0"/>
          </a:p>
        </p:txBody>
      </p:sp>
      <p:sp>
        <p:nvSpPr>
          <p:cNvPr id="2" name="Slide Number Placeholder 1">
            <a:extLst>
              <a:ext uri="{FF2B5EF4-FFF2-40B4-BE49-F238E27FC236}">
                <a16:creationId xmlns:a16="http://schemas.microsoft.com/office/drawing/2014/main" id="{A6C01080-C94C-4C81-BC04-72EA51DD6C48}"/>
              </a:ext>
            </a:extLst>
          </p:cNvPr>
          <p:cNvSpPr>
            <a:spLocks noGrp="1"/>
          </p:cNvSpPr>
          <p:nvPr>
            <p:ph type="sldNum" sz="quarter" idx="12"/>
          </p:nvPr>
        </p:nvSpPr>
        <p:spPr/>
        <p:txBody>
          <a:bodyPr/>
          <a:lstStyle/>
          <a:p>
            <a:fld id="{127DDC20-79C9-9647-820E-6D40A3D210C3}" type="slidenum">
              <a:rPr lang="en-US" smtClean="0"/>
              <a:pPr/>
              <a:t>25</a:t>
            </a:fld>
            <a:endParaRPr lang="en-US"/>
          </a:p>
        </p:txBody>
      </p:sp>
    </p:spTree>
    <p:extLst>
      <p:ext uri="{BB962C8B-B14F-4D97-AF65-F5344CB8AC3E}">
        <p14:creationId xmlns:p14="http://schemas.microsoft.com/office/powerpoint/2010/main" val="51102063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F2B80A-BBEF-E2C5-4114-7636CBF6B30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7C4A09C-ABCD-3EFF-B0C9-0F00C82BD802}"/>
              </a:ext>
            </a:extLst>
          </p:cNvPr>
          <p:cNvSpPr>
            <a:spLocks noGrp="1"/>
          </p:cNvSpPr>
          <p:nvPr>
            <p:ph type="title"/>
          </p:nvPr>
        </p:nvSpPr>
        <p:spPr>
          <a:xfrm>
            <a:off x="299952" y="460007"/>
            <a:ext cx="7629697" cy="466281"/>
          </a:xfrm>
        </p:spPr>
        <p:txBody>
          <a:bodyPr/>
          <a:lstStyle/>
          <a:p>
            <a:r>
              <a:rPr lang="en-US" altLang="zh-CN" dirty="0"/>
              <a:t>Interactive Vote Map(Web) from New York Times</a:t>
            </a:r>
            <a:endParaRPr lang="zh-CN" altLang="en-US" dirty="0"/>
          </a:p>
        </p:txBody>
      </p:sp>
      <p:pic>
        <p:nvPicPr>
          <p:cNvPr id="6" name="Picture 5">
            <a:hlinkClick r:id="rId3"/>
            <a:extLst>
              <a:ext uri="{FF2B5EF4-FFF2-40B4-BE49-F238E27FC236}">
                <a16:creationId xmlns:a16="http://schemas.microsoft.com/office/drawing/2014/main" id="{C1EF5B81-1239-650F-3A96-1776057CB617}"/>
              </a:ext>
            </a:extLst>
          </p:cNvPr>
          <p:cNvPicPr>
            <a:picLocks noChangeAspect="1"/>
          </p:cNvPicPr>
          <p:nvPr/>
        </p:nvPicPr>
        <p:blipFill>
          <a:blip r:embed="rId4"/>
          <a:srcRect r="6075"/>
          <a:stretch/>
        </p:blipFill>
        <p:spPr>
          <a:xfrm>
            <a:off x="58785" y="1130657"/>
            <a:ext cx="6337480" cy="3319695"/>
          </a:xfrm>
          <a:prstGeom prst="rect">
            <a:avLst/>
          </a:prstGeom>
        </p:spPr>
      </p:pic>
      <p:sp>
        <p:nvSpPr>
          <p:cNvPr id="7" name="TextBox 6">
            <a:extLst>
              <a:ext uri="{FF2B5EF4-FFF2-40B4-BE49-F238E27FC236}">
                <a16:creationId xmlns:a16="http://schemas.microsoft.com/office/drawing/2014/main" id="{9DAA8418-56FE-A103-852C-35A0723EAD6A}"/>
              </a:ext>
            </a:extLst>
          </p:cNvPr>
          <p:cNvSpPr txBox="1"/>
          <p:nvPr/>
        </p:nvSpPr>
        <p:spPr>
          <a:xfrm>
            <a:off x="6412229" y="2426943"/>
            <a:ext cx="1758587" cy="757130"/>
          </a:xfrm>
          <a:prstGeom prst="rect">
            <a:avLst/>
          </a:prstGeom>
          <a:noFill/>
        </p:spPr>
        <p:txBody>
          <a:bodyPr wrap="square" rtlCol="0">
            <a:spAutoFit/>
          </a:bodyPr>
          <a:lstStyle/>
          <a:p>
            <a:pPr marL="192881" indent="-192881">
              <a:buFont typeface="Arial" panose="020B0604020202020204" pitchFamily="34" charset="0"/>
              <a:buChar char="•"/>
            </a:pPr>
            <a:r>
              <a:rPr lang="en-US" sz="1080" dirty="0"/>
              <a:t>What type of map is it?</a:t>
            </a:r>
          </a:p>
          <a:p>
            <a:pPr marL="192881" indent="-192881">
              <a:buFont typeface="Arial" panose="020B0604020202020204" pitchFamily="34" charset="0"/>
              <a:buChar char="•"/>
            </a:pPr>
            <a:endParaRPr lang="en-US" sz="1080" dirty="0"/>
          </a:p>
          <a:p>
            <a:pPr marL="192881" indent="-192881">
              <a:buFont typeface="Arial" panose="020B0604020202020204" pitchFamily="34" charset="0"/>
              <a:buChar char="•"/>
            </a:pPr>
            <a:r>
              <a:rPr lang="en-US" sz="1080" dirty="0"/>
              <a:t>What color scheme does it use?</a:t>
            </a:r>
          </a:p>
        </p:txBody>
      </p:sp>
    </p:spTree>
    <p:extLst>
      <p:ext uri="{BB962C8B-B14F-4D97-AF65-F5344CB8AC3E}">
        <p14:creationId xmlns:p14="http://schemas.microsoft.com/office/powerpoint/2010/main" val="354420509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34DFCD-2E67-AC9A-54B8-FA8D2F527F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7858292-9E6B-0AF2-2AF7-D62BDD05DC77}"/>
              </a:ext>
            </a:extLst>
          </p:cNvPr>
          <p:cNvSpPr>
            <a:spLocks noGrp="1"/>
          </p:cNvSpPr>
          <p:nvPr>
            <p:ph type="title"/>
          </p:nvPr>
        </p:nvSpPr>
        <p:spPr>
          <a:xfrm>
            <a:off x="260764" y="345028"/>
            <a:ext cx="7629697" cy="341632"/>
          </a:xfrm>
        </p:spPr>
        <p:txBody>
          <a:bodyPr/>
          <a:lstStyle/>
          <a:p>
            <a:r>
              <a:rPr lang="en-US" sz="1620" dirty="0"/>
              <a:t>Hurricane Milton Strength Timeline, 10/5/2024 – 10/10/2024</a:t>
            </a:r>
          </a:p>
        </p:txBody>
      </p:sp>
      <p:sp>
        <p:nvSpPr>
          <p:cNvPr id="3" name="TextBox 2">
            <a:extLst>
              <a:ext uri="{FF2B5EF4-FFF2-40B4-BE49-F238E27FC236}">
                <a16:creationId xmlns:a16="http://schemas.microsoft.com/office/drawing/2014/main" id="{F6BB24C5-F374-AB64-C2A4-FA2D3AA9E1CF}"/>
              </a:ext>
            </a:extLst>
          </p:cNvPr>
          <p:cNvSpPr txBox="1"/>
          <p:nvPr/>
        </p:nvSpPr>
        <p:spPr>
          <a:xfrm>
            <a:off x="52530" y="1659079"/>
            <a:ext cx="2037805" cy="1588127"/>
          </a:xfrm>
          <a:prstGeom prst="rect">
            <a:avLst/>
          </a:prstGeom>
          <a:noFill/>
        </p:spPr>
        <p:txBody>
          <a:bodyPr wrap="square" rtlCol="0">
            <a:spAutoFit/>
          </a:bodyPr>
          <a:lstStyle/>
          <a:p>
            <a:r>
              <a:rPr lang="en-US" sz="1215" dirty="0">
                <a:solidFill>
                  <a:srgbClr val="151515"/>
                </a:solidFill>
                <a:latin typeface="Times New Roman" panose="02020603050405020304" pitchFamily="18" charset="0"/>
                <a:cs typeface="Times New Roman" panose="02020603050405020304" pitchFamily="18" charset="0"/>
              </a:rPr>
              <a:t>Progression of Hurricane Milton's shape and intensity </a:t>
            </a:r>
          </a:p>
          <a:p>
            <a:endParaRPr lang="en-US" sz="1215" dirty="0">
              <a:solidFill>
                <a:srgbClr val="151515"/>
              </a:solidFill>
              <a:latin typeface="Times New Roman" panose="02020603050405020304" pitchFamily="18" charset="0"/>
              <a:cs typeface="Times New Roman" panose="02020603050405020304" pitchFamily="18" charset="0"/>
            </a:endParaRPr>
          </a:p>
          <a:p>
            <a:r>
              <a:rPr lang="en-US" sz="1215" dirty="0">
                <a:solidFill>
                  <a:srgbClr val="151515"/>
                </a:solidFill>
                <a:latin typeface="Times New Roman" panose="02020603050405020304" pitchFamily="18" charset="0"/>
                <a:cs typeface="Times New Roman" panose="02020603050405020304" pitchFamily="18" charset="0"/>
              </a:rPr>
              <a:t>Inset map: Temperature</a:t>
            </a:r>
          </a:p>
          <a:p>
            <a:endParaRPr lang="en-US" sz="1215" dirty="0">
              <a:solidFill>
                <a:srgbClr val="151515"/>
              </a:solidFill>
              <a:latin typeface="Times New Roman" panose="02020603050405020304" pitchFamily="18" charset="0"/>
              <a:cs typeface="Times New Roman" panose="02020603050405020304" pitchFamily="18" charset="0"/>
            </a:endParaRPr>
          </a:p>
          <a:p>
            <a:r>
              <a:rPr lang="en-US" sz="1215" dirty="0">
                <a:solidFill>
                  <a:srgbClr val="151515"/>
                </a:solidFill>
                <a:latin typeface="Times New Roman" panose="02020603050405020304" pitchFamily="18" charset="0"/>
                <a:cs typeface="Times New Roman" panose="02020603050405020304" pitchFamily="18" charset="0"/>
              </a:rPr>
              <a:t>Points: Wind speed and category along its path at specific times.</a:t>
            </a:r>
            <a:endParaRPr lang="en-US" sz="1215" dirty="0">
              <a:latin typeface="Times New Roman" panose="02020603050405020304" pitchFamily="18" charset="0"/>
              <a:cs typeface="Times New Roman" panose="02020603050405020304" pitchFamily="18" charset="0"/>
            </a:endParaRPr>
          </a:p>
        </p:txBody>
      </p:sp>
      <p:pic>
        <p:nvPicPr>
          <p:cNvPr id="23554" name="Picture 2">
            <a:hlinkClick r:id="rId2"/>
            <a:extLst>
              <a:ext uri="{FF2B5EF4-FFF2-40B4-BE49-F238E27FC236}">
                <a16:creationId xmlns:a16="http://schemas.microsoft.com/office/drawing/2014/main" id="{011B141C-7E6B-598F-2E52-B31C215E3AF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84763" y="776445"/>
            <a:ext cx="5202282" cy="401964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5185751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A1012D-D2C4-B11B-DF98-B7CD5372A8D4}"/>
              </a:ext>
            </a:extLst>
          </p:cNvPr>
          <p:cNvSpPr>
            <a:spLocks noGrp="1"/>
          </p:cNvSpPr>
          <p:nvPr>
            <p:ph type="title"/>
          </p:nvPr>
        </p:nvSpPr>
        <p:spPr>
          <a:xfrm>
            <a:off x="299952" y="309745"/>
            <a:ext cx="7629697" cy="466281"/>
          </a:xfrm>
        </p:spPr>
        <p:txBody>
          <a:bodyPr/>
          <a:lstStyle/>
          <a:p>
            <a:r>
              <a:rPr lang="en-US" dirty="0"/>
              <a:t>4.3 Resources for Good Maps</a:t>
            </a:r>
          </a:p>
        </p:txBody>
      </p:sp>
      <p:pic>
        <p:nvPicPr>
          <p:cNvPr id="11" name="Picture 10">
            <a:hlinkClick r:id="rId2"/>
            <a:extLst>
              <a:ext uri="{FF2B5EF4-FFF2-40B4-BE49-F238E27FC236}">
                <a16:creationId xmlns:a16="http://schemas.microsoft.com/office/drawing/2014/main" id="{DE2ED835-D222-CCA4-ED0B-DBA51D31F142}"/>
              </a:ext>
            </a:extLst>
          </p:cNvPr>
          <p:cNvPicPr>
            <a:picLocks noChangeAspect="1"/>
          </p:cNvPicPr>
          <p:nvPr/>
        </p:nvPicPr>
        <p:blipFill>
          <a:blip r:embed="rId3"/>
          <a:stretch>
            <a:fillRect/>
          </a:stretch>
        </p:blipFill>
        <p:spPr>
          <a:xfrm>
            <a:off x="78951" y="1714871"/>
            <a:ext cx="2482437" cy="1713757"/>
          </a:xfrm>
          <a:prstGeom prst="rect">
            <a:avLst/>
          </a:prstGeom>
          <a:ln>
            <a:solidFill>
              <a:schemeClr val="tx1"/>
            </a:solidFill>
          </a:ln>
        </p:spPr>
      </p:pic>
      <p:sp>
        <p:nvSpPr>
          <p:cNvPr id="14" name="TextBox 13">
            <a:extLst>
              <a:ext uri="{FF2B5EF4-FFF2-40B4-BE49-F238E27FC236}">
                <a16:creationId xmlns:a16="http://schemas.microsoft.com/office/drawing/2014/main" id="{33C0BE33-4941-3932-14CD-2C91ECD94669}"/>
              </a:ext>
            </a:extLst>
          </p:cNvPr>
          <p:cNvSpPr txBox="1"/>
          <p:nvPr/>
        </p:nvSpPr>
        <p:spPr>
          <a:xfrm>
            <a:off x="380765" y="1380880"/>
            <a:ext cx="1812148" cy="279307"/>
          </a:xfrm>
          <a:prstGeom prst="rect">
            <a:avLst/>
          </a:prstGeom>
          <a:noFill/>
        </p:spPr>
        <p:txBody>
          <a:bodyPr wrap="square" rtlCol="0">
            <a:spAutoFit/>
          </a:bodyPr>
          <a:lstStyle/>
          <a:p>
            <a:pPr algn="ctr"/>
            <a:r>
              <a:rPr lang="en-US" sz="1215" b="1" dirty="0">
                <a:hlinkClick r:id="rId2">
                  <a:extLst>
                    <a:ext uri="{A12FA001-AC4F-418D-AE19-62706E023703}">
                      <ahyp:hlinkClr xmlns:ahyp="http://schemas.microsoft.com/office/drawing/2018/hyperlinkcolor" val="tx"/>
                    </a:ext>
                  </a:extLst>
                </a:hlinkClick>
              </a:rPr>
              <a:t>ESRI MAP GALLERY</a:t>
            </a:r>
            <a:endParaRPr lang="en-US" sz="1215" dirty="0"/>
          </a:p>
        </p:txBody>
      </p:sp>
      <p:pic>
        <p:nvPicPr>
          <p:cNvPr id="16" name="Picture 15">
            <a:extLst>
              <a:ext uri="{FF2B5EF4-FFF2-40B4-BE49-F238E27FC236}">
                <a16:creationId xmlns:a16="http://schemas.microsoft.com/office/drawing/2014/main" id="{91A2526C-EF6E-0F45-DCE1-32EBBB0AA6DC}"/>
              </a:ext>
            </a:extLst>
          </p:cNvPr>
          <p:cNvPicPr>
            <a:picLocks noChangeAspect="1"/>
          </p:cNvPicPr>
          <p:nvPr/>
        </p:nvPicPr>
        <p:blipFill>
          <a:blip r:embed="rId4"/>
          <a:stretch>
            <a:fillRect/>
          </a:stretch>
        </p:blipFill>
        <p:spPr>
          <a:xfrm>
            <a:off x="2777086" y="1734889"/>
            <a:ext cx="2482438" cy="1693739"/>
          </a:xfrm>
          <a:prstGeom prst="rect">
            <a:avLst/>
          </a:prstGeom>
          <a:ln>
            <a:solidFill>
              <a:schemeClr val="tx1"/>
            </a:solidFill>
          </a:ln>
        </p:spPr>
      </p:pic>
      <p:sp>
        <p:nvSpPr>
          <p:cNvPr id="17" name="TextBox 16">
            <a:extLst>
              <a:ext uri="{FF2B5EF4-FFF2-40B4-BE49-F238E27FC236}">
                <a16:creationId xmlns:a16="http://schemas.microsoft.com/office/drawing/2014/main" id="{4430EB85-E361-7835-1FCD-CF6714842180}"/>
              </a:ext>
            </a:extLst>
          </p:cNvPr>
          <p:cNvSpPr txBox="1"/>
          <p:nvPr/>
        </p:nvSpPr>
        <p:spPr>
          <a:xfrm>
            <a:off x="3112231" y="1382811"/>
            <a:ext cx="1812148" cy="279307"/>
          </a:xfrm>
          <a:prstGeom prst="rect">
            <a:avLst/>
          </a:prstGeom>
          <a:noFill/>
        </p:spPr>
        <p:txBody>
          <a:bodyPr wrap="square" rtlCol="0">
            <a:spAutoFit/>
          </a:bodyPr>
          <a:lstStyle/>
          <a:p>
            <a:pPr algn="ctr"/>
            <a:r>
              <a:rPr lang="en-US" sz="1215" b="1" dirty="0">
                <a:hlinkClick r:id="rId5">
                  <a:extLst>
                    <a:ext uri="{A12FA001-AC4F-418D-AE19-62706E023703}">
                      <ahyp:hlinkClr xmlns:ahyp="http://schemas.microsoft.com/office/drawing/2018/hyperlinkcolor" val="tx"/>
                    </a:ext>
                  </a:extLst>
                </a:hlinkClick>
              </a:rPr>
              <a:t>QGIS MAP GALLERY</a:t>
            </a:r>
            <a:endParaRPr lang="en-US" sz="1215" dirty="0"/>
          </a:p>
        </p:txBody>
      </p:sp>
      <p:pic>
        <p:nvPicPr>
          <p:cNvPr id="19" name="Picture 18">
            <a:extLst>
              <a:ext uri="{FF2B5EF4-FFF2-40B4-BE49-F238E27FC236}">
                <a16:creationId xmlns:a16="http://schemas.microsoft.com/office/drawing/2014/main" id="{80286CAC-F125-C695-B5B3-779D9A2AB0C5}"/>
              </a:ext>
            </a:extLst>
          </p:cNvPr>
          <p:cNvPicPr>
            <a:picLocks noChangeAspect="1"/>
          </p:cNvPicPr>
          <p:nvPr/>
        </p:nvPicPr>
        <p:blipFill>
          <a:blip r:embed="rId6"/>
          <a:stretch>
            <a:fillRect/>
          </a:stretch>
        </p:blipFill>
        <p:spPr>
          <a:xfrm>
            <a:off x="5475222" y="1734889"/>
            <a:ext cx="2675428" cy="1693738"/>
          </a:xfrm>
          <a:prstGeom prst="rect">
            <a:avLst/>
          </a:prstGeom>
          <a:ln>
            <a:solidFill>
              <a:schemeClr val="tx1"/>
            </a:solidFill>
          </a:ln>
        </p:spPr>
      </p:pic>
      <p:sp>
        <p:nvSpPr>
          <p:cNvPr id="20" name="TextBox 19">
            <a:extLst>
              <a:ext uri="{FF2B5EF4-FFF2-40B4-BE49-F238E27FC236}">
                <a16:creationId xmlns:a16="http://schemas.microsoft.com/office/drawing/2014/main" id="{20FC0A59-98AD-A5B5-295D-28017B3C9EE0}"/>
              </a:ext>
            </a:extLst>
          </p:cNvPr>
          <p:cNvSpPr txBox="1"/>
          <p:nvPr/>
        </p:nvSpPr>
        <p:spPr>
          <a:xfrm>
            <a:off x="5571717" y="1380880"/>
            <a:ext cx="2482437" cy="279307"/>
          </a:xfrm>
          <a:prstGeom prst="rect">
            <a:avLst/>
          </a:prstGeom>
          <a:noFill/>
        </p:spPr>
        <p:txBody>
          <a:bodyPr wrap="square" rtlCol="0">
            <a:spAutoFit/>
          </a:bodyPr>
          <a:lstStyle/>
          <a:p>
            <a:pPr algn="ctr"/>
            <a:r>
              <a:rPr lang="en-US" sz="1215" b="1" dirty="0">
                <a:hlinkClick r:id="rId7">
                  <a:extLst>
                    <a:ext uri="{A12FA001-AC4F-418D-AE19-62706E023703}">
                      <ahyp:hlinkClr xmlns:ahyp="http://schemas.microsoft.com/office/drawing/2018/hyperlinkcolor" val="tx"/>
                    </a:ext>
                  </a:extLst>
                </a:hlinkClick>
              </a:rPr>
              <a:t>David Rumsey Map Collection</a:t>
            </a:r>
            <a:endParaRPr lang="en-US" sz="1215" dirty="0"/>
          </a:p>
        </p:txBody>
      </p:sp>
      <p:sp>
        <p:nvSpPr>
          <p:cNvPr id="21" name="TextBox 20">
            <a:extLst>
              <a:ext uri="{FF2B5EF4-FFF2-40B4-BE49-F238E27FC236}">
                <a16:creationId xmlns:a16="http://schemas.microsoft.com/office/drawing/2014/main" id="{227ED77D-2AF6-FAF1-1F26-8440DB749530}"/>
              </a:ext>
            </a:extLst>
          </p:cNvPr>
          <p:cNvSpPr txBox="1"/>
          <p:nvPr/>
        </p:nvSpPr>
        <p:spPr>
          <a:xfrm>
            <a:off x="5737130" y="3533338"/>
            <a:ext cx="2317025" cy="653256"/>
          </a:xfrm>
          <a:prstGeom prst="rect">
            <a:avLst/>
          </a:prstGeom>
          <a:noFill/>
        </p:spPr>
        <p:txBody>
          <a:bodyPr wrap="square" rtlCol="0">
            <a:spAutoFit/>
          </a:bodyPr>
          <a:lstStyle/>
          <a:p>
            <a:r>
              <a:rPr lang="en-US" sz="1215" dirty="0">
                <a:solidFill>
                  <a:srgbClr val="281A07"/>
                </a:solidFill>
                <a:latin typeface="Times New Roman" panose="02020603050405020304" pitchFamily="18" charset="0"/>
                <a:cs typeface="Times New Roman" panose="02020603050405020304" pitchFamily="18" charset="0"/>
              </a:rPr>
              <a:t>The historical map collection has over </a:t>
            </a:r>
            <a:r>
              <a:rPr lang="en-US" sz="1215" b="1" u="sng" dirty="0">
                <a:solidFill>
                  <a:srgbClr val="0563C1"/>
                </a:solidFill>
                <a:latin typeface="Times New Roman" panose="02020603050405020304" pitchFamily="18" charset="0"/>
                <a:cs typeface="Times New Roman" panose="02020603050405020304" pitchFamily="18" charset="0"/>
                <a:hlinkClick r:id="rId8">
                  <a:extLst>
                    <a:ext uri="{A12FA001-AC4F-418D-AE19-62706E023703}">
                      <ahyp:hlinkClr xmlns:ahyp="http://schemas.microsoft.com/office/drawing/2018/hyperlinkcolor" val="tx"/>
                    </a:ext>
                  </a:extLst>
                </a:hlinkClick>
              </a:rPr>
              <a:t>139,000 </a:t>
            </a:r>
            <a:r>
              <a:rPr lang="en-US" sz="1215" u="sng" dirty="0">
                <a:latin typeface="Times New Roman" panose="02020603050405020304" pitchFamily="18" charset="0"/>
                <a:cs typeface="Times New Roman" panose="02020603050405020304" pitchFamily="18" charset="0"/>
                <a:hlinkClick r:id="rId8">
                  <a:extLst>
                    <a:ext uri="{A12FA001-AC4F-418D-AE19-62706E023703}">
                      <ahyp:hlinkClr xmlns:ahyp="http://schemas.microsoft.com/office/drawing/2018/hyperlinkcolor" val="tx"/>
                    </a:ext>
                  </a:extLst>
                </a:hlinkClick>
              </a:rPr>
              <a:t>maps and related images online</a:t>
            </a:r>
            <a:r>
              <a:rPr lang="en-US" sz="1215" dirty="0">
                <a:latin typeface="Times New Roman" panose="02020603050405020304" pitchFamily="18" charset="0"/>
                <a:cs typeface="Times New Roman" panose="02020603050405020304" pitchFamily="18" charset="0"/>
              </a:rPr>
              <a:t>. </a:t>
            </a:r>
          </a:p>
        </p:txBody>
      </p:sp>
    </p:spTree>
    <p:extLst>
      <p:ext uri="{BB962C8B-B14F-4D97-AF65-F5344CB8AC3E}">
        <p14:creationId xmlns:p14="http://schemas.microsoft.com/office/powerpoint/2010/main" val="207848200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3976EAD1-1DF8-556D-1780-DB02E0D9ADFB}"/>
              </a:ext>
            </a:extLst>
          </p:cNvPr>
          <p:cNvSpPr>
            <a:spLocks noGrp="1"/>
          </p:cNvSpPr>
          <p:nvPr>
            <p:ph type="title"/>
          </p:nvPr>
        </p:nvSpPr>
        <p:spPr>
          <a:xfrm>
            <a:off x="300038" y="489553"/>
            <a:ext cx="7629525" cy="466281"/>
          </a:xfrm>
        </p:spPr>
        <p:txBody>
          <a:bodyPr/>
          <a:lstStyle/>
          <a:p>
            <a:r>
              <a:rPr lang="en-US" dirty="0"/>
              <a:t>4.4 Resources for Bad Maps</a:t>
            </a:r>
          </a:p>
        </p:txBody>
      </p:sp>
      <p:grpSp>
        <p:nvGrpSpPr>
          <p:cNvPr id="25" name="Group 24">
            <a:extLst>
              <a:ext uri="{FF2B5EF4-FFF2-40B4-BE49-F238E27FC236}">
                <a16:creationId xmlns:a16="http://schemas.microsoft.com/office/drawing/2014/main" id="{78C5CDE4-BA0C-9C01-F224-7AA24481B1FA}"/>
              </a:ext>
            </a:extLst>
          </p:cNvPr>
          <p:cNvGrpSpPr/>
          <p:nvPr/>
        </p:nvGrpSpPr>
        <p:grpSpPr>
          <a:xfrm>
            <a:off x="1349187" y="1561084"/>
            <a:ext cx="2650400" cy="2316010"/>
            <a:chOff x="770497" y="1894810"/>
            <a:chExt cx="3926518" cy="3259043"/>
          </a:xfrm>
        </p:grpSpPr>
        <p:pic>
          <p:nvPicPr>
            <p:cNvPr id="14" name="Picture 13">
              <a:extLst>
                <a:ext uri="{FF2B5EF4-FFF2-40B4-BE49-F238E27FC236}">
                  <a16:creationId xmlns:a16="http://schemas.microsoft.com/office/drawing/2014/main" id="{C41BC5BA-E086-721C-AED9-13E4041B1C1D}"/>
                </a:ext>
              </a:extLst>
            </p:cNvPr>
            <p:cNvPicPr>
              <a:picLocks noChangeAspect="1"/>
            </p:cNvPicPr>
            <p:nvPr/>
          </p:nvPicPr>
          <p:blipFill>
            <a:blip r:embed="rId2"/>
            <a:stretch>
              <a:fillRect/>
            </a:stretch>
          </p:blipFill>
          <p:spPr>
            <a:xfrm>
              <a:off x="770497" y="2744059"/>
              <a:ext cx="3926518" cy="2409794"/>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15" name="TextBox 14">
              <a:extLst>
                <a:ext uri="{FF2B5EF4-FFF2-40B4-BE49-F238E27FC236}">
                  <a16:creationId xmlns:a16="http://schemas.microsoft.com/office/drawing/2014/main" id="{66EEFD60-514E-FE41-DC03-4DBE0C6F86F2}"/>
                </a:ext>
              </a:extLst>
            </p:cNvPr>
            <p:cNvSpPr txBox="1"/>
            <p:nvPr/>
          </p:nvSpPr>
          <p:spPr>
            <a:xfrm>
              <a:off x="1391424" y="1894810"/>
              <a:ext cx="2684663" cy="393035"/>
            </a:xfrm>
            <a:prstGeom prst="rect">
              <a:avLst/>
            </a:prstGeom>
            <a:noFill/>
          </p:spPr>
          <p:txBody>
            <a:bodyPr wrap="square" rtlCol="0">
              <a:spAutoFit/>
            </a:bodyPr>
            <a:lstStyle/>
            <a:p>
              <a:pPr algn="ctr"/>
              <a:r>
                <a:rPr lang="en-US" sz="1215" b="1" dirty="0">
                  <a:hlinkClick r:id="rId3">
                    <a:extLst>
                      <a:ext uri="{A12FA001-AC4F-418D-AE19-62706E023703}">
                        <ahyp:hlinkClr xmlns:ahyp="http://schemas.microsoft.com/office/drawing/2018/hyperlinkcolor" val="tx"/>
                      </a:ext>
                    </a:extLst>
                  </a:hlinkClick>
                </a:rPr>
                <a:t>Examples of Bad Maps</a:t>
              </a:r>
              <a:endParaRPr lang="en-US" sz="1215" dirty="0"/>
            </a:p>
          </p:txBody>
        </p:sp>
      </p:grpSp>
      <p:grpSp>
        <p:nvGrpSpPr>
          <p:cNvPr id="26" name="Group 25">
            <a:extLst>
              <a:ext uri="{FF2B5EF4-FFF2-40B4-BE49-F238E27FC236}">
                <a16:creationId xmlns:a16="http://schemas.microsoft.com/office/drawing/2014/main" id="{99B7C416-DD28-1BBF-733D-F402A26D1C49}"/>
              </a:ext>
            </a:extLst>
          </p:cNvPr>
          <p:cNvGrpSpPr/>
          <p:nvPr/>
        </p:nvGrpSpPr>
        <p:grpSpPr>
          <a:xfrm>
            <a:off x="4360940" y="1561084"/>
            <a:ext cx="2691029" cy="2316010"/>
            <a:chOff x="5321063" y="1550308"/>
            <a:chExt cx="3986710" cy="3431126"/>
          </a:xfrm>
        </p:grpSpPr>
        <p:pic>
          <p:nvPicPr>
            <p:cNvPr id="23" name="Picture 22">
              <a:extLst>
                <a:ext uri="{FF2B5EF4-FFF2-40B4-BE49-F238E27FC236}">
                  <a16:creationId xmlns:a16="http://schemas.microsoft.com/office/drawing/2014/main" id="{831748D4-9F6B-5C6F-D8B5-9E81E27C6B08}"/>
                </a:ext>
              </a:extLst>
            </p:cNvPr>
            <p:cNvPicPr>
              <a:picLocks noChangeAspect="1"/>
            </p:cNvPicPr>
            <p:nvPr/>
          </p:nvPicPr>
          <p:blipFill>
            <a:blip r:embed="rId4"/>
            <a:stretch>
              <a:fillRect/>
            </a:stretch>
          </p:blipFill>
          <p:spPr>
            <a:xfrm>
              <a:off x="5321063" y="2440526"/>
              <a:ext cx="3986710" cy="2540908"/>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24" name="TextBox 23">
              <a:extLst>
                <a:ext uri="{FF2B5EF4-FFF2-40B4-BE49-F238E27FC236}">
                  <a16:creationId xmlns:a16="http://schemas.microsoft.com/office/drawing/2014/main" id="{887C8C1C-6E6E-7DAC-6684-95E2D30DC23E}"/>
                </a:ext>
              </a:extLst>
            </p:cNvPr>
            <p:cNvSpPr txBox="1"/>
            <p:nvPr/>
          </p:nvSpPr>
          <p:spPr>
            <a:xfrm>
              <a:off x="5972085" y="1550308"/>
              <a:ext cx="2684662" cy="413788"/>
            </a:xfrm>
            <a:prstGeom prst="rect">
              <a:avLst/>
            </a:prstGeom>
            <a:noFill/>
          </p:spPr>
          <p:txBody>
            <a:bodyPr wrap="square" rtlCol="0">
              <a:spAutoFit/>
            </a:bodyPr>
            <a:lstStyle/>
            <a:p>
              <a:pPr algn="ctr"/>
              <a:r>
                <a:rPr lang="en-US" sz="1215" b="1" dirty="0">
                  <a:hlinkClick r:id="rId5">
                    <a:extLst>
                      <a:ext uri="{A12FA001-AC4F-418D-AE19-62706E023703}">
                        <ahyp:hlinkClr xmlns:ahyp="http://schemas.microsoft.com/office/drawing/2018/hyperlinkcolor" val="tx"/>
                      </a:ext>
                    </a:extLst>
                  </a:hlinkClick>
                </a:rPr>
                <a:t>Examples of Bad Maps</a:t>
              </a:r>
              <a:endParaRPr lang="en-US" sz="1215" dirty="0"/>
            </a:p>
          </p:txBody>
        </p:sp>
      </p:grpSp>
    </p:spTree>
    <p:extLst>
      <p:ext uri="{BB962C8B-B14F-4D97-AF65-F5344CB8AC3E}">
        <p14:creationId xmlns:p14="http://schemas.microsoft.com/office/powerpoint/2010/main" val="89613382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6" name="Rectangle 35">
            <a:extLst>
              <a:ext uri="{FF2B5EF4-FFF2-40B4-BE49-F238E27FC236}">
                <a16:creationId xmlns:a16="http://schemas.microsoft.com/office/drawing/2014/main" id="{DCF4EB5C-ED25-4675-8255-2F5B12CFFC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1410" y="565785"/>
            <a:ext cx="2499741" cy="64123"/>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38" name="Rectangle 37">
            <a:extLst>
              <a:ext uri="{FF2B5EF4-FFF2-40B4-BE49-F238E27FC236}">
                <a16:creationId xmlns:a16="http://schemas.microsoft.com/office/drawing/2014/main" id="{9514EC6E-A557-42A2-BCDC-3ABFFC5E56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28449" y="563384"/>
            <a:ext cx="2499741" cy="6652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0" name="Rectangle 39">
            <a:extLst>
              <a:ext uri="{FF2B5EF4-FFF2-40B4-BE49-F238E27FC236}">
                <a16:creationId xmlns:a16="http://schemas.microsoft.com/office/drawing/2014/main" id="{905482C9-EB42-4BFE-95BF-7FD661F076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863235" y="565785"/>
            <a:ext cx="2499741" cy="6172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2" name="Rectangle 41">
            <a:extLst>
              <a:ext uri="{FF2B5EF4-FFF2-40B4-BE49-F238E27FC236}">
                <a16:creationId xmlns:a16="http://schemas.microsoft.com/office/drawing/2014/main" id="{7539E646-A625-4A26-86ED-BD90EDD329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1411" y="2340066"/>
            <a:ext cx="7626779" cy="2253251"/>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useBgFill="1">
        <p:nvSpPr>
          <p:cNvPr id="44" name="Rectangle 43">
            <a:extLst>
              <a:ext uri="{FF2B5EF4-FFF2-40B4-BE49-F238E27FC236}">
                <a16:creationId xmlns:a16="http://schemas.microsoft.com/office/drawing/2014/main" id="{39171204-6A50-40E1-B631-84CEDFC939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7175"/>
            <a:ext cx="8229600" cy="462915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6" name="Rectangle 45">
            <a:extLst>
              <a:ext uri="{FF2B5EF4-FFF2-40B4-BE49-F238E27FC236}">
                <a16:creationId xmlns:a16="http://schemas.microsoft.com/office/drawing/2014/main" id="{06C973F6-5187-412F-AACC-6E3FF8A6A1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3999" y="592623"/>
            <a:ext cx="746661" cy="3955321"/>
          </a:xfrm>
          <a:prstGeom prst="rect">
            <a:avLst/>
          </a:prstGeom>
          <a:solidFill>
            <a:srgbClr val="465359"/>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48" name="Rectangle 47">
            <a:extLst>
              <a:ext uri="{FF2B5EF4-FFF2-40B4-BE49-F238E27FC236}">
                <a16:creationId xmlns:a16="http://schemas.microsoft.com/office/drawing/2014/main" id="{D11AE14F-1B7E-41E6-B579-2F71D13503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56178" y="592621"/>
            <a:ext cx="6723707" cy="2482699"/>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2" name="Title 1">
            <a:extLst>
              <a:ext uri="{FF2B5EF4-FFF2-40B4-BE49-F238E27FC236}">
                <a16:creationId xmlns:a16="http://schemas.microsoft.com/office/drawing/2014/main" id="{3778BAB5-C1DE-8DAD-E76F-BECA6F24C1F4}"/>
              </a:ext>
            </a:extLst>
          </p:cNvPr>
          <p:cNvSpPr>
            <a:spLocks noGrp="1"/>
          </p:cNvSpPr>
          <p:nvPr>
            <p:ph type="title"/>
          </p:nvPr>
        </p:nvSpPr>
        <p:spPr>
          <a:xfrm>
            <a:off x="1278258" y="735412"/>
            <a:ext cx="6492542" cy="2247787"/>
          </a:xfrm>
        </p:spPr>
        <p:txBody>
          <a:bodyPr vert="horz" lIns="61722" tIns="30861" rIns="61722" bIns="30861" rtlCol="0" anchor="ctr">
            <a:normAutofit/>
          </a:bodyPr>
          <a:lstStyle/>
          <a:p>
            <a:r>
              <a:rPr lang="en-US" sz="4050" dirty="0">
                <a:solidFill>
                  <a:srgbClr val="FFFFFF"/>
                </a:solidFill>
              </a:rPr>
              <a:t>6.2 </a:t>
            </a:r>
            <a:br>
              <a:rPr lang="en-US" sz="4050" dirty="0">
                <a:solidFill>
                  <a:srgbClr val="FFFFFF"/>
                </a:solidFill>
              </a:rPr>
            </a:br>
            <a:r>
              <a:rPr lang="en-US" sz="4050" dirty="0">
                <a:solidFill>
                  <a:srgbClr val="FFFFFF"/>
                </a:solidFill>
              </a:rPr>
              <a:t>Lab session</a:t>
            </a:r>
          </a:p>
        </p:txBody>
      </p:sp>
      <p:sp>
        <p:nvSpPr>
          <p:cNvPr id="50" name="Rectangle 49">
            <a:extLst>
              <a:ext uri="{FF2B5EF4-FFF2-40B4-BE49-F238E27FC236}">
                <a16:creationId xmlns:a16="http://schemas.microsoft.com/office/drawing/2014/main" id="{752BB805-F7B7-4B80-A1C5-385D4DAF74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56133" y="3149018"/>
            <a:ext cx="6723753" cy="1398925"/>
          </a:xfrm>
          <a:prstGeom prst="rect">
            <a:avLst/>
          </a:prstGeom>
          <a:solidFill>
            <a:srgbClr val="6C7781">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Tree>
    <p:extLst>
      <p:ext uri="{BB962C8B-B14F-4D97-AF65-F5344CB8AC3E}">
        <p14:creationId xmlns:p14="http://schemas.microsoft.com/office/powerpoint/2010/main" val="22684245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BFABBCE0-E08C-4BBE-9FD2-E2B253D4D5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7176"/>
            <a:ext cx="8229600" cy="4629149"/>
          </a:xfrm>
          <a:prstGeom prst="rect">
            <a:avLst/>
          </a:prstGeom>
          <a:solidFill>
            <a:schemeClr val="bg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0861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prstClr val="white"/>
              </a:solidFill>
              <a:effectLst/>
              <a:uLnTx/>
              <a:uFillTx/>
              <a:latin typeface="Gill Sans MT" panose="020B0502020104020203"/>
              <a:ea typeface="+mn-ea"/>
              <a:cs typeface="+mn-cs"/>
            </a:endParaRPr>
          </a:p>
        </p:txBody>
      </p:sp>
      <p:sp>
        <p:nvSpPr>
          <p:cNvPr id="2" name="Title 1">
            <a:extLst>
              <a:ext uri="{FF2B5EF4-FFF2-40B4-BE49-F238E27FC236}">
                <a16:creationId xmlns:a16="http://schemas.microsoft.com/office/drawing/2014/main" id="{500F975A-F937-77A1-413D-F51FF137F9AD}"/>
              </a:ext>
            </a:extLst>
          </p:cNvPr>
          <p:cNvSpPr>
            <a:spLocks noGrp="1"/>
          </p:cNvSpPr>
          <p:nvPr>
            <p:ph type="title"/>
          </p:nvPr>
        </p:nvSpPr>
        <p:spPr>
          <a:xfrm>
            <a:off x="392417" y="865356"/>
            <a:ext cx="7444991" cy="462049"/>
          </a:xfrm>
        </p:spPr>
        <p:txBody>
          <a:bodyPr>
            <a:normAutofit/>
          </a:bodyPr>
          <a:lstStyle/>
          <a:p>
            <a:pPr algn="ctr">
              <a:spcBef>
                <a:spcPts val="0"/>
              </a:spcBef>
              <a:spcAft>
                <a:spcPts val="398"/>
              </a:spcAft>
            </a:pPr>
            <a:r>
              <a:rPr lang="en-US" sz="2160" b="1" dirty="0">
                <a:solidFill>
                  <a:schemeClr val="tx1">
                    <a:lumMod val="85000"/>
                    <a:lumOff val="15000"/>
                  </a:schemeClr>
                </a:solidFill>
                <a:latin typeface="+mn-lt"/>
                <a:ea typeface="Calibri" panose="020F0502020204030204" pitchFamily="34" charset="0"/>
                <a:cs typeface="Calibri" panose="020F0502020204030204" pitchFamily="34" charset="0"/>
              </a:rPr>
              <a:t>Lab 05: </a:t>
            </a:r>
            <a:r>
              <a:rPr lang="en-US" b="1" dirty="0"/>
              <a:t>standardization and classification</a:t>
            </a:r>
            <a:endParaRPr lang="en-US" sz="2160" dirty="0">
              <a:solidFill>
                <a:schemeClr val="tx1">
                  <a:lumMod val="85000"/>
                  <a:lumOff val="15000"/>
                </a:schemeClr>
              </a:solidFill>
              <a:latin typeface="+mn-lt"/>
              <a:ea typeface="Calibri" panose="020F0502020204030204" pitchFamily="34" charset="0"/>
              <a:cs typeface="Calibri" panose="020F0502020204030204" pitchFamily="34" charset="0"/>
            </a:endParaRPr>
          </a:p>
        </p:txBody>
      </p:sp>
      <p:sp>
        <p:nvSpPr>
          <p:cNvPr id="11" name="Rectangle 10">
            <a:extLst>
              <a:ext uri="{FF2B5EF4-FFF2-40B4-BE49-F238E27FC236}">
                <a16:creationId xmlns:a16="http://schemas.microsoft.com/office/drawing/2014/main" id="{FF426BAC-43D6-468E-B6FF-167034D5CE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1410" y="565785"/>
            <a:ext cx="2499741" cy="64123"/>
          </a:xfrm>
          <a:prstGeom prst="rect">
            <a:avLst/>
          </a:prstGeom>
          <a:solidFill>
            <a:srgbClr val="60727A"/>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61722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13" name="Rectangle 12">
            <a:extLst>
              <a:ext uri="{FF2B5EF4-FFF2-40B4-BE49-F238E27FC236}">
                <a16:creationId xmlns:a16="http://schemas.microsoft.com/office/drawing/2014/main" id="{FB02D80E-5995-4C54-8387-5893C2C894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863235" y="565785"/>
            <a:ext cx="2499741" cy="6172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61722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sp>
        <p:nvSpPr>
          <p:cNvPr id="15" name="Rectangle 14">
            <a:extLst>
              <a:ext uri="{FF2B5EF4-FFF2-40B4-BE49-F238E27FC236}">
                <a16:creationId xmlns:a16="http://schemas.microsoft.com/office/drawing/2014/main" id="{896083C8-1401-4950-AF56-E2FAFE42D6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28449" y="563384"/>
            <a:ext cx="2499741" cy="66524"/>
          </a:xfrm>
          <a:prstGeom prst="rect">
            <a:avLst/>
          </a:prstGeom>
          <a:solidFill>
            <a:srgbClr val="969FA7"/>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617220" rtl="0" eaLnBrk="1" fontAlgn="auto" latinLnBrk="0" hangingPunct="1">
              <a:lnSpc>
                <a:spcPct val="100000"/>
              </a:lnSpc>
              <a:spcBef>
                <a:spcPts val="0"/>
              </a:spcBef>
              <a:spcAft>
                <a:spcPts val="0"/>
              </a:spcAft>
              <a:buClrTx/>
              <a:buSzTx/>
              <a:buFontTx/>
              <a:buNone/>
              <a:tabLst/>
              <a:defRPr/>
            </a:pPr>
            <a:endParaRPr kumimoji="0" lang="en-US" sz="1215" b="0" i="0" u="none" strike="noStrike" kern="1200" cap="none" spc="0" normalizeH="0" baseline="0" noProof="0">
              <a:ln>
                <a:noFill/>
              </a:ln>
              <a:solidFill>
                <a:srgbClr val="FFFFFF"/>
              </a:solidFill>
              <a:effectLst/>
              <a:uLnTx/>
              <a:uFillTx/>
              <a:latin typeface="Calibri"/>
              <a:ea typeface="+mn-ea"/>
              <a:cs typeface="+mn-cs"/>
            </a:endParaRPr>
          </a:p>
        </p:txBody>
      </p:sp>
      <p:graphicFrame>
        <p:nvGraphicFramePr>
          <p:cNvPr id="5" name="Content Placeholder 2">
            <a:extLst>
              <a:ext uri="{FF2B5EF4-FFF2-40B4-BE49-F238E27FC236}">
                <a16:creationId xmlns:a16="http://schemas.microsoft.com/office/drawing/2014/main" id="{F61B7E67-130C-FD82-8132-74DBD62B80A6}"/>
              </a:ext>
            </a:extLst>
          </p:cNvPr>
          <p:cNvGraphicFramePr>
            <a:graphicFrameLocks noGrp="1"/>
          </p:cNvGraphicFramePr>
          <p:nvPr>
            <p:ph idx="1"/>
            <p:extLst>
              <p:ext uri="{D42A27DB-BD31-4B8C-83A1-F6EECF244321}">
                <p14:modId xmlns:p14="http://schemas.microsoft.com/office/powerpoint/2010/main" val="1187648359"/>
              </p:ext>
            </p:extLst>
          </p:nvPr>
        </p:nvGraphicFramePr>
        <p:xfrm>
          <a:off x="392192" y="1837730"/>
          <a:ext cx="7445216" cy="257464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8827850"/>
      </p:ext>
    </p:extLst>
  </p:cSld>
  <p:clrMapOvr>
    <a:overrideClrMapping bg1="dk1" tx1="lt1" bg2="dk2" tx2="lt2" accent1="accent1" accent2="accent2" accent3="accent3" accent4="accent4" accent5="accent5" accent6="accent6" hlink="hlink" folHlink="folHlink"/>
  </p:clrMapOvr>
</p:sld>
</file>

<file path=ppt/theme/theme1.xml><?xml version="1.0" encoding="utf-8"?>
<a:theme xmlns:a="http://schemas.openxmlformats.org/drawingml/2006/main" name="3_DividendVTI">
  <a:themeElements>
    <a:clrScheme name="AnalogousFromLightSeed_2SEEDS">
      <a:dk1>
        <a:srgbClr val="000000"/>
      </a:dk1>
      <a:lt1>
        <a:srgbClr val="FFFFFF"/>
      </a:lt1>
      <a:dk2>
        <a:srgbClr val="22363C"/>
      </a:dk2>
      <a:lt2>
        <a:srgbClr val="E2E6E8"/>
      </a:lt2>
      <a:accent1>
        <a:srgbClr val="C18C78"/>
      </a:accent1>
      <a:accent2>
        <a:srgbClr val="CC9099"/>
      </a:accent2>
      <a:accent3>
        <a:srgbClr val="B19F77"/>
      </a:accent3>
      <a:accent4>
        <a:srgbClr val="6DAFA2"/>
      </a:accent4>
      <a:accent5>
        <a:srgbClr val="70ACBC"/>
      </a:accent5>
      <a:accent6>
        <a:srgbClr val="7893C1"/>
      </a:accent6>
      <a:hlink>
        <a:srgbClr val="5E8A9B"/>
      </a:hlink>
      <a:folHlink>
        <a:srgbClr val="7F7F7F"/>
      </a:folHlink>
    </a:clrScheme>
    <a:fontScheme name="Custom 2">
      <a:majorFont>
        <a:latin typeface="Calibri"/>
        <a:ea typeface=""/>
        <a:cs typeface=""/>
      </a:majorFont>
      <a:minorFont>
        <a:latin typeface="Calibri"/>
        <a:ea typeface=""/>
        <a:cs typeface=""/>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2.xml><?xml version="1.0" encoding="utf-8"?>
<a:theme xmlns:a="http://schemas.openxmlformats.org/drawingml/2006/main" name="2_DividendVTI">
  <a:themeElements>
    <a:clrScheme name="AnalogousFromLightSeed_2SEEDS">
      <a:dk1>
        <a:srgbClr val="000000"/>
      </a:dk1>
      <a:lt1>
        <a:srgbClr val="FFFFFF"/>
      </a:lt1>
      <a:dk2>
        <a:srgbClr val="22363C"/>
      </a:dk2>
      <a:lt2>
        <a:srgbClr val="E2E6E8"/>
      </a:lt2>
      <a:accent1>
        <a:srgbClr val="C18C78"/>
      </a:accent1>
      <a:accent2>
        <a:srgbClr val="CC9099"/>
      </a:accent2>
      <a:accent3>
        <a:srgbClr val="B19F77"/>
      </a:accent3>
      <a:accent4>
        <a:srgbClr val="6DAFA2"/>
      </a:accent4>
      <a:accent5>
        <a:srgbClr val="70ACBC"/>
      </a:accent5>
      <a:accent6>
        <a:srgbClr val="7893C1"/>
      </a:accent6>
      <a:hlink>
        <a:srgbClr val="5E8A9B"/>
      </a:hlink>
      <a:folHlink>
        <a:srgbClr val="7F7F7F"/>
      </a:folHlink>
    </a:clrScheme>
    <a:fontScheme name="Custom 2">
      <a:majorFont>
        <a:latin typeface="Calibri"/>
        <a:ea typeface=""/>
        <a:cs typeface=""/>
      </a:majorFont>
      <a:minorFont>
        <a:latin typeface="Calibri"/>
        <a:ea typeface=""/>
        <a:cs typeface=""/>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3.xml><?xml version="1.0" encoding="utf-8"?>
<a:theme xmlns:a="http://schemas.openxmlformats.org/drawingml/2006/main" name="DividendVTI">
  <a:themeElements>
    <a:clrScheme name="AnalogousFromLightSeed_2SEEDS">
      <a:dk1>
        <a:srgbClr val="000000"/>
      </a:dk1>
      <a:lt1>
        <a:srgbClr val="FFFFFF"/>
      </a:lt1>
      <a:dk2>
        <a:srgbClr val="22363C"/>
      </a:dk2>
      <a:lt2>
        <a:srgbClr val="E2E6E8"/>
      </a:lt2>
      <a:accent1>
        <a:srgbClr val="C18C78"/>
      </a:accent1>
      <a:accent2>
        <a:srgbClr val="CC9099"/>
      </a:accent2>
      <a:accent3>
        <a:srgbClr val="B19F77"/>
      </a:accent3>
      <a:accent4>
        <a:srgbClr val="6DAFA2"/>
      </a:accent4>
      <a:accent5>
        <a:srgbClr val="70ACBC"/>
      </a:accent5>
      <a:accent6>
        <a:srgbClr val="7893C1"/>
      </a:accent6>
      <a:hlink>
        <a:srgbClr val="5E8A9B"/>
      </a:hlink>
      <a:folHlink>
        <a:srgbClr val="7F7F7F"/>
      </a:folHlink>
    </a:clrScheme>
    <a:fontScheme name="Custom 2">
      <a:majorFont>
        <a:latin typeface="Calibri"/>
        <a:ea typeface=""/>
        <a:cs typeface=""/>
      </a:majorFont>
      <a:minorFont>
        <a:latin typeface="Calibri"/>
        <a:ea typeface=""/>
        <a:cs typeface=""/>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4.xml><?xml version="1.0" encoding="utf-8"?>
<a:theme xmlns:a="http://schemas.openxmlformats.org/drawingml/2006/main" name="1_DividendVTI">
  <a:themeElements>
    <a:clrScheme name="AnalogousFromLightSeed_2SEEDS">
      <a:dk1>
        <a:srgbClr val="000000"/>
      </a:dk1>
      <a:lt1>
        <a:srgbClr val="FFFFFF"/>
      </a:lt1>
      <a:dk2>
        <a:srgbClr val="22363C"/>
      </a:dk2>
      <a:lt2>
        <a:srgbClr val="E2E6E8"/>
      </a:lt2>
      <a:accent1>
        <a:srgbClr val="C18C78"/>
      </a:accent1>
      <a:accent2>
        <a:srgbClr val="CC9099"/>
      </a:accent2>
      <a:accent3>
        <a:srgbClr val="B19F77"/>
      </a:accent3>
      <a:accent4>
        <a:srgbClr val="6DAFA2"/>
      </a:accent4>
      <a:accent5>
        <a:srgbClr val="70ACBC"/>
      </a:accent5>
      <a:accent6>
        <a:srgbClr val="7893C1"/>
      </a:accent6>
      <a:hlink>
        <a:srgbClr val="5E8A9B"/>
      </a:hlink>
      <a:folHlink>
        <a:srgbClr val="7F7F7F"/>
      </a:folHlink>
    </a:clrScheme>
    <a:fontScheme name="Custom 1">
      <a:majorFont>
        <a:latin typeface="Calibri"/>
        <a:ea typeface=""/>
        <a:cs typeface=""/>
      </a:majorFont>
      <a:minorFont>
        <a:latin typeface="Calibri"/>
        <a:ea typeface=""/>
        <a:cs typeface=""/>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5.xml><?xml version="1.0" encoding="utf-8"?>
<a:theme xmlns:a="http://schemas.openxmlformats.org/drawingml/2006/main" name="4_DividendVTI">
  <a:themeElements>
    <a:clrScheme name="AnalogousFromLightSeed_2SEEDS">
      <a:dk1>
        <a:srgbClr val="000000"/>
      </a:dk1>
      <a:lt1>
        <a:srgbClr val="FFFFFF"/>
      </a:lt1>
      <a:dk2>
        <a:srgbClr val="22363C"/>
      </a:dk2>
      <a:lt2>
        <a:srgbClr val="E2E6E8"/>
      </a:lt2>
      <a:accent1>
        <a:srgbClr val="C18C78"/>
      </a:accent1>
      <a:accent2>
        <a:srgbClr val="CC9099"/>
      </a:accent2>
      <a:accent3>
        <a:srgbClr val="B19F77"/>
      </a:accent3>
      <a:accent4>
        <a:srgbClr val="6DAFA2"/>
      </a:accent4>
      <a:accent5>
        <a:srgbClr val="70ACBC"/>
      </a:accent5>
      <a:accent6>
        <a:srgbClr val="7893C1"/>
      </a:accent6>
      <a:hlink>
        <a:srgbClr val="5E8A9B"/>
      </a:hlink>
      <a:folHlink>
        <a:srgbClr val="7F7F7F"/>
      </a:folHlink>
    </a:clrScheme>
    <a:fontScheme name="Custom 1">
      <a:majorFont>
        <a:latin typeface="Calibri"/>
        <a:ea typeface=""/>
        <a:cs typeface=""/>
      </a:majorFont>
      <a:minorFont>
        <a:latin typeface="Calibri"/>
        <a:ea typeface=""/>
        <a:cs typeface=""/>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6.xml><?xml version="1.0" encoding="utf-8"?>
<a:theme xmlns:a="http://schemas.openxmlformats.org/drawingml/2006/main" name="5_DividendVTI">
  <a:themeElements>
    <a:clrScheme name="AnalogousFromLightSeed_2SEEDS">
      <a:dk1>
        <a:srgbClr val="000000"/>
      </a:dk1>
      <a:lt1>
        <a:srgbClr val="FFFFFF"/>
      </a:lt1>
      <a:dk2>
        <a:srgbClr val="22363C"/>
      </a:dk2>
      <a:lt2>
        <a:srgbClr val="E2E6E8"/>
      </a:lt2>
      <a:accent1>
        <a:srgbClr val="C18C78"/>
      </a:accent1>
      <a:accent2>
        <a:srgbClr val="CC9099"/>
      </a:accent2>
      <a:accent3>
        <a:srgbClr val="B19F77"/>
      </a:accent3>
      <a:accent4>
        <a:srgbClr val="6DAFA2"/>
      </a:accent4>
      <a:accent5>
        <a:srgbClr val="70ACBC"/>
      </a:accent5>
      <a:accent6>
        <a:srgbClr val="7893C1"/>
      </a:accent6>
      <a:hlink>
        <a:srgbClr val="5E8A9B"/>
      </a:hlink>
      <a:folHlink>
        <a:srgbClr val="7F7F7F"/>
      </a:folHlink>
    </a:clrScheme>
    <a:fontScheme name="Custom 2">
      <a:majorFont>
        <a:latin typeface="Calibri"/>
        <a:ea typeface=""/>
        <a:cs typeface=""/>
      </a:majorFont>
      <a:minorFont>
        <a:latin typeface="Calibri"/>
        <a:ea typeface=""/>
        <a:cs typeface=""/>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7.xml><?xml version="1.0" encoding="utf-8"?>
<a:theme xmlns:a="http://schemas.openxmlformats.org/drawingml/2006/main" name="6_DividendVTI">
  <a:themeElements>
    <a:clrScheme name="AnalogousFromLightSeed_2SEEDS">
      <a:dk1>
        <a:srgbClr val="000000"/>
      </a:dk1>
      <a:lt1>
        <a:srgbClr val="FFFFFF"/>
      </a:lt1>
      <a:dk2>
        <a:srgbClr val="22363C"/>
      </a:dk2>
      <a:lt2>
        <a:srgbClr val="E2E6E8"/>
      </a:lt2>
      <a:accent1>
        <a:srgbClr val="C18C78"/>
      </a:accent1>
      <a:accent2>
        <a:srgbClr val="CC9099"/>
      </a:accent2>
      <a:accent3>
        <a:srgbClr val="B19F77"/>
      </a:accent3>
      <a:accent4>
        <a:srgbClr val="6DAFA2"/>
      </a:accent4>
      <a:accent5>
        <a:srgbClr val="70ACBC"/>
      </a:accent5>
      <a:accent6>
        <a:srgbClr val="7893C1"/>
      </a:accent6>
      <a:hlink>
        <a:srgbClr val="5E8A9B"/>
      </a:hlink>
      <a:folHlink>
        <a:srgbClr val="7F7F7F"/>
      </a:folHlink>
    </a:clrScheme>
    <a:fontScheme name="Custom 1">
      <a:majorFont>
        <a:latin typeface="Calibri"/>
        <a:ea typeface=""/>
        <a:cs typeface=""/>
      </a:majorFont>
      <a:minorFont>
        <a:latin typeface="Calibri"/>
        <a:ea typeface=""/>
        <a:cs typeface=""/>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DividendVTI" id="{97558BDE-0B66-457C-BB6F-7B1B22DAA9B8}" vid="{F53508A3-AC60-448A-AF37-934D5F1A0D5E}"/>
    </a:ext>
  </a:extLst>
</a:theme>
</file>

<file path=ppt/theme/theme8.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Week05_GEOG2475_TU</Template>
  <TotalTime>6894</TotalTime>
  <Words>1262</Words>
  <Application>Microsoft Office PowerPoint</Application>
  <PresentationFormat>Custom</PresentationFormat>
  <Paragraphs>213</Paragraphs>
  <Slides>31</Slides>
  <Notes>18</Notes>
  <HiddenSlides>0</HiddenSlides>
  <MMClips>0</MMClips>
  <ScaleCrop>false</ScaleCrop>
  <HeadingPairs>
    <vt:vector size="6" baseType="variant">
      <vt:variant>
        <vt:lpstr>Fonts Used</vt:lpstr>
      </vt:variant>
      <vt:variant>
        <vt:i4>12</vt:i4>
      </vt:variant>
      <vt:variant>
        <vt:lpstr>Theme</vt:lpstr>
      </vt:variant>
      <vt:variant>
        <vt:i4>7</vt:i4>
      </vt:variant>
      <vt:variant>
        <vt:lpstr>Slide Titles</vt:lpstr>
      </vt:variant>
      <vt:variant>
        <vt:i4>31</vt:i4>
      </vt:variant>
    </vt:vector>
  </HeadingPairs>
  <TitlesOfParts>
    <vt:vector size="50" baseType="lpstr">
      <vt:lpstr>MiSans Light</vt:lpstr>
      <vt:lpstr>Arial</vt:lpstr>
      <vt:lpstr>Arial Black</vt:lpstr>
      <vt:lpstr>Calibri</vt:lpstr>
      <vt:lpstr>Courier New</vt:lpstr>
      <vt:lpstr>Gill Sans MT</vt:lpstr>
      <vt:lpstr>Noto Serif</vt:lpstr>
      <vt:lpstr>Raleway</vt:lpstr>
      <vt:lpstr>Roboto</vt:lpstr>
      <vt:lpstr>Times New Roman</vt:lpstr>
      <vt:lpstr>Wingdings</vt:lpstr>
      <vt:lpstr>Wingdings 2</vt:lpstr>
      <vt:lpstr>3_DividendVTI</vt:lpstr>
      <vt:lpstr>2_DividendVTI</vt:lpstr>
      <vt:lpstr>DividendVTI</vt:lpstr>
      <vt:lpstr>1_DividendVTI</vt:lpstr>
      <vt:lpstr>4_DividendVTI</vt:lpstr>
      <vt:lpstr>5_DividendVTI</vt:lpstr>
      <vt:lpstr>6_DividendVTI</vt:lpstr>
      <vt:lpstr>WEEK 06 Data Standardization  lecture</vt:lpstr>
      <vt:lpstr>6.1  Attribute table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Choosing the Right Visual Type</vt:lpstr>
      <vt:lpstr>PowerPoint Presentation</vt:lpstr>
      <vt:lpstr>PowerPoint Presentation</vt:lpstr>
      <vt:lpstr>PowerPoint Presentation</vt:lpstr>
      <vt:lpstr>Interactive Vote Map(Web) from New York Times</vt:lpstr>
      <vt:lpstr>Hurricane Milton Strength Timeline, 10/5/2024 – 10/10/2024</vt:lpstr>
      <vt:lpstr>4.3 Resources for Good Maps</vt:lpstr>
      <vt:lpstr>4.4 Resources for Bad Maps</vt:lpstr>
      <vt:lpstr>6.2  Lab session</vt:lpstr>
      <vt:lpstr>Lab 05: standardization and classification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Geographic Field Techniques</dc:title>
  <dc:creator>Yaqian He</dc:creator>
  <cp:lastModifiedBy>Yanan Wu</cp:lastModifiedBy>
  <cp:revision>265</cp:revision>
  <dcterms:created xsi:type="dcterms:W3CDTF">2020-07-26T21:20:11Z</dcterms:created>
  <dcterms:modified xsi:type="dcterms:W3CDTF">2025-09-22T21:21:27Z</dcterms:modified>
</cp:coreProperties>
</file>