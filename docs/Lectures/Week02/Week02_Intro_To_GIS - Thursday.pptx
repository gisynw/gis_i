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18"/>
  </p:notesMasterIdLst>
  <p:sldIdLst>
    <p:sldId id="914" r:id="rId3"/>
    <p:sldId id="323" r:id="rId4"/>
    <p:sldId id="1629" r:id="rId5"/>
    <p:sldId id="1551" r:id="rId6"/>
    <p:sldId id="1560" r:id="rId7"/>
    <p:sldId id="1561" r:id="rId8"/>
    <p:sldId id="1562" r:id="rId9"/>
    <p:sldId id="1621" r:id="rId10"/>
    <p:sldId id="1646" r:id="rId11"/>
    <p:sldId id="1469" r:id="rId12"/>
    <p:sldId id="1623" r:id="rId13"/>
    <p:sldId id="1474" r:id="rId14"/>
    <p:sldId id="1476" r:id="rId15"/>
    <p:sldId id="1648" r:id="rId16"/>
    <p:sldId id="91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5DC5F4-D431-4A87-93B0-BBE05B35CCB1}" type="doc">
      <dgm:prSet loTypeId="urn:microsoft.com/office/officeart/2018/5/layout/IconLeafLabelList" loCatId="icon" qsTypeId="urn:microsoft.com/office/officeart/2005/8/quickstyle/simple1#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4983E92-0B7C-43A8-8C1F-984B0DFA982E}">
      <dgm:prSet custT="1"/>
      <dgm:spPr/>
      <dgm:t>
        <a:bodyPr/>
        <a:lstStyle/>
        <a:p>
          <a:pPr>
            <a:defRPr cap="all"/>
          </a:pPr>
          <a:r>
            <a:rPr lang="en-US" sz="2800" dirty="0"/>
            <a:t>Due by Midnight </a:t>
          </a:r>
          <a:r>
            <a:rPr lang="en-US" sz="2800" dirty="0">
              <a:solidFill>
                <a:srgbClr val="C00000"/>
              </a:solidFill>
            </a:rPr>
            <a:t>(11:59 pm) on Monday, Sep 1, 2025</a:t>
          </a:r>
        </a:p>
      </dgm:t>
    </dgm:pt>
    <dgm:pt modelId="{47D3E5B5-E005-481D-9366-7FFA245A3F46}" type="parTrans" cxnId="{7E7C886D-A667-496F-8DDE-1B718561DB03}">
      <dgm:prSet/>
      <dgm:spPr/>
      <dgm:t>
        <a:bodyPr/>
        <a:lstStyle/>
        <a:p>
          <a:endParaRPr lang="en-US"/>
        </a:p>
      </dgm:t>
    </dgm:pt>
    <dgm:pt modelId="{9E0C94DC-193A-41FC-B82A-2A43E45C8107}" type="sibTrans" cxnId="{7E7C886D-A667-496F-8DDE-1B718561DB03}">
      <dgm:prSet/>
      <dgm:spPr/>
      <dgm:t>
        <a:bodyPr/>
        <a:lstStyle/>
        <a:p>
          <a:endParaRPr lang="en-US"/>
        </a:p>
      </dgm:t>
    </dgm:pt>
    <dgm:pt modelId="{A6242D37-AF81-4A91-9692-C3B78C4C080A}">
      <dgm:prSet/>
      <dgm:spPr/>
      <dgm:t>
        <a:bodyPr/>
        <a:lstStyle/>
        <a:p>
          <a:pPr>
            <a:defRPr cap="all"/>
          </a:pPr>
          <a:r>
            <a:rPr lang="en-US" dirty="0"/>
            <a:t>Submit a word document only include </a:t>
          </a:r>
          <a:r>
            <a:rPr lang="en-US" dirty="0">
              <a:solidFill>
                <a:srgbClr val="C00000"/>
              </a:solidFill>
            </a:rPr>
            <a:t>question and answer</a:t>
          </a:r>
        </a:p>
      </dgm:t>
    </dgm:pt>
    <dgm:pt modelId="{A1582085-1655-4316-B7FE-C167B01E3451}" type="parTrans" cxnId="{0F5369C5-3BD8-41EC-82BC-B46BD7C285F5}">
      <dgm:prSet/>
      <dgm:spPr/>
      <dgm:t>
        <a:bodyPr/>
        <a:lstStyle/>
        <a:p>
          <a:endParaRPr lang="en-US"/>
        </a:p>
      </dgm:t>
    </dgm:pt>
    <dgm:pt modelId="{487527DA-4CA7-40A4-8E27-547430E84424}" type="sibTrans" cxnId="{0F5369C5-3BD8-41EC-82BC-B46BD7C285F5}">
      <dgm:prSet/>
      <dgm:spPr/>
      <dgm:t>
        <a:bodyPr/>
        <a:lstStyle/>
        <a:p>
          <a:endParaRPr lang="en-US"/>
        </a:p>
      </dgm:t>
    </dgm:pt>
    <dgm:pt modelId="{1CF3E5B1-FB46-4446-95BF-0E7408D9C151}" type="pres">
      <dgm:prSet presAssocID="{545DC5F4-D431-4A87-93B0-BBE05B35CCB1}" presName="root" presStyleCnt="0">
        <dgm:presLayoutVars>
          <dgm:dir/>
          <dgm:resizeHandles val="exact"/>
        </dgm:presLayoutVars>
      </dgm:prSet>
      <dgm:spPr/>
    </dgm:pt>
    <dgm:pt modelId="{BE3E81CB-7E93-484B-AE32-12C58B09BCE0}" type="pres">
      <dgm:prSet presAssocID="{54983E92-0B7C-43A8-8C1F-984B0DFA982E}" presName="compNode" presStyleCnt="0"/>
      <dgm:spPr/>
    </dgm:pt>
    <dgm:pt modelId="{D2D6216C-9B23-402E-A942-468E0F624F5B}" type="pres">
      <dgm:prSet presAssocID="{54983E92-0B7C-43A8-8C1F-984B0DFA982E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F943F739-4EBC-47A7-A14C-25327E72C0F2}" type="pres">
      <dgm:prSet presAssocID="{54983E92-0B7C-43A8-8C1F-984B0DFA982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larm Clock"/>
        </a:ext>
      </dgm:extLst>
    </dgm:pt>
    <dgm:pt modelId="{3085FCD0-B526-4BA1-831E-148271EBCA71}" type="pres">
      <dgm:prSet presAssocID="{54983E92-0B7C-43A8-8C1F-984B0DFA982E}" presName="spaceRect" presStyleCnt="0"/>
      <dgm:spPr/>
    </dgm:pt>
    <dgm:pt modelId="{4E513C3D-9C85-4581-9570-C87158EE7A8E}" type="pres">
      <dgm:prSet presAssocID="{54983E92-0B7C-43A8-8C1F-984B0DFA982E}" presName="textRect" presStyleLbl="revTx" presStyleIdx="0" presStyleCnt="2">
        <dgm:presLayoutVars>
          <dgm:chMax val="1"/>
          <dgm:chPref val="1"/>
        </dgm:presLayoutVars>
      </dgm:prSet>
      <dgm:spPr/>
    </dgm:pt>
    <dgm:pt modelId="{00D865C2-7AA1-4413-870A-557561F6A99D}" type="pres">
      <dgm:prSet presAssocID="{9E0C94DC-193A-41FC-B82A-2A43E45C8107}" presName="sibTrans" presStyleCnt="0"/>
      <dgm:spPr/>
    </dgm:pt>
    <dgm:pt modelId="{0444C821-AE95-419C-A2C2-10FD435B3E72}" type="pres">
      <dgm:prSet presAssocID="{A6242D37-AF81-4A91-9692-C3B78C4C080A}" presName="compNode" presStyleCnt="0"/>
      <dgm:spPr/>
    </dgm:pt>
    <dgm:pt modelId="{C1C41DF5-156F-4AFD-8177-5E65296E36DA}" type="pres">
      <dgm:prSet presAssocID="{A6242D37-AF81-4A91-9692-C3B78C4C080A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BCD05D74-D5AE-459F-A6DF-06E0D3F03A72}" type="pres">
      <dgm:prSet presAssocID="{A6242D37-AF81-4A91-9692-C3B78C4C080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AB5314E-660E-4ED1-846B-8434948EF46B}" type="pres">
      <dgm:prSet presAssocID="{A6242D37-AF81-4A91-9692-C3B78C4C080A}" presName="spaceRect" presStyleCnt="0"/>
      <dgm:spPr/>
    </dgm:pt>
    <dgm:pt modelId="{A3838D15-85D1-4048-B20D-9009920800B0}" type="pres">
      <dgm:prSet presAssocID="{A6242D37-AF81-4A91-9692-C3B78C4C080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4AD3E24-5AE2-4091-998E-71D41F9CDB89}" type="presOf" srcId="{A6242D37-AF81-4A91-9692-C3B78C4C080A}" destId="{A3838D15-85D1-4048-B20D-9009920800B0}" srcOrd="0" destOrd="0" presId="urn:microsoft.com/office/officeart/2018/5/layout/IconLeafLabelList"/>
    <dgm:cxn modelId="{7E7C886D-A667-496F-8DDE-1B718561DB03}" srcId="{545DC5F4-D431-4A87-93B0-BBE05B35CCB1}" destId="{54983E92-0B7C-43A8-8C1F-984B0DFA982E}" srcOrd="0" destOrd="0" parTransId="{47D3E5B5-E005-481D-9366-7FFA245A3F46}" sibTransId="{9E0C94DC-193A-41FC-B82A-2A43E45C8107}"/>
    <dgm:cxn modelId="{B47C2F55-9A4B-4FFB-AA38-9C2574693CD4}" type="presOf" srcId="{54983E92-0B7C-43A8-8C1F-984B0DFA982E}" destId="{4E513C3D-9C85-4581-9570-C87158EE7A8E}" srcOrd="0" destOrd="0" presId="urn:microsoft.com/office/officeart/2018/5/layout/IconLeafLabelList"/>
    <dgm:cxn modelId="{53CEBE9C-EA76-48A8-8DF7-6953575A9C37}" type="presOf" srcId="{545DC5F4-D431-4A87-93B0-BBE05B35CCB1}" destId="{1CF3E5B1-FB46-4446-95BF-0E7408D9C151}" srcOrd="0" destOrd="0" presId="urn:microsoft.com/office/officeart/2018/5/layout/IconLeafLabelList"/>
    <dgm:cxn modelId="{0F5369C5-3BD8-41EC-82BC-B46BD7C285F5}" srcId="{545DC5F4-D431-4A87-93B0-BBE05B35CCB1}" destId="{A6242D37-AF81-4A91-9692-C3B78C4C080A}" srcOrd="1" destOrd="0" parTransId="{A1582085-1655-4316-B7FE-C167B01E3451}" sibTransId="{487527DA-4CA7-40A4-8E27-547430E84424}"/>
    <dgm:cxn modelId="{5C6FCB9C-3574-4EF1-979B-C82FE21FC231}" type="presParOf" srcId="{1CF3E5B1-FB46-4446-95BF-0E7408D9C151}" destId="{BE3E81CB-7E93-484B-AE32-12C58B09BCE0}" srcOrd="0" destOrd="0" presId="urn:microsoft.com/office/officeart/2018/5/layout/IconLeafLabelList"/>
    <dgm:cxn modelId="{3BEBC4B0-3768-4D30-9883-ED03B1BB2AA3}" type="presParOf" srcId="{BE3E81CB-7E93-484B-AE32-12C58B09BCE0}" destId="{D2D6216C-9B23-402E-A942-468E0F624F5B}" srcOrd="0" destOrd="0" presId="urn:microsoft.com/office/officeart/2018/5/layout/IconLeafLabelList"/>
    <dgm:cxn modelId="{9334B4F2-C5A7-478D-8C83-6B6B78937527}" type="presParOf" srcId="{BE3E81CB-7E93-484B-AE32-12C58B09BCE0}" destId="{F943F739-4EBC-47A7-A14C-25327E72C0F2}" srcOrd="1" destOrd="0" presId="urn:microsoft.com/office/officeart/2018/5/layout/IconLeafLabelList"/>
    <dgm:cxn modelId="{722E4463-BB96-47A5-B05B-8394250686DE}" type="presParOf" srcId="{BE3E81CB-7E93-484B-AE32-12C58B09BCE0}" destId="{3085FCD0-B526-4BA1-831E-148271EBCA71}" srcOrd="2" destOrd="0" presId="urn:microsoft.com/office/officeart/2018/5/layout/IconLeafLabelList"/>
    <dgm:cxn modelId="{4DDDB5E8-1F23-4A78-9605-45AAF5833E68}" type="presParOf" srcId="{BE3E81CB-7E93-484B-AE32-12C58B09BCE0}" destId="{4E513C3D-9C85-4581-9570-C87158EE7A8E}" srcOrd="3" destOrd="0" presId="urn:microsoft.com/office/officeart/2018/5/layout/IconLeafLabelList"/>
    <dgm:cxn modelId="{123D8173-4B78-41DB-B068-2BA15E016A23}" type="presParOf" srcId="{1CF3E5B1-FB46-4446-95BF-0E7408D9C151}" destId="{00D865C2-7AA1-4413-870A-557561F6A99D}" srcOrd="1" destOrd="0" presId="urn:microsoft.com/office/officeart/2018/5/layout/IconLeafLabelList"/>
    <dgm:cxn modelId="{E92967F1-54D1-402B-9BE3-03FB7BECA8E6}" type="presParOf" srcId="{1CF3E5B1-FB46-4446-95BF-0E7408D9C151}" destId="{0444C821-AE95-419C-A2C2-10FD435B3E72}" srcOrd="2" destOrd="0" presId="urn:microsoft.com/office/officeart/2018/5/layout/IconLeafLabelList"/>
    <dgm:cxn modelId="{6A34589F-98DC-49A5-B284-AB8B04E10F1B}" type="presParOf" srcId="{0444C821-AE95-419C-A2C2-10FD435B3E72}" destId="{C1C41DF5-156F-4AFD-8177-5E65296E36DA}" srcOrd="0" destOrd="0" presId="urn:microsoft.com/office/officeart/2018/5/layout/IconLeafLabelList"/>
    <dgm:cxn modelId="{E4BDC4E7-B33D-408F-A28A-9E646BDBCB86}" type="presParOf" srcId="{0444C821-AE95-419C-A2C2-10FD435B3E72}" destId="{BCD05D74-D5AE-459F-A6DF-06E0D3F03A72}" srcOrd="1" destOrd="0" presId="urn:microsoft.com/office/officeart/2018/5/layout/IconLeafLabelList"/>
    <dgm:cxn modelId="{3D1E9DB2-C5D6-4774-8110-C1F4D3951E71}" type="presParOf" srcId="{0444C821-AE95-419C-A2C2-10FD435B3E72}" destId="{2AB5314E-660E-4ED1-846B-8434948EF46B}" srcOrd="2" destOrd="0" presId="urn:microsoft.com/office/officeart/2018/5/layout/IconLeafLabelList"/>
    <dgm:cxn modelId="{2B9C7FC2-A255-4335-A004-2546E39B1238}" type="presParOf" srcId="{0444C821-AE95-419C-A2C2-10FD435B3E72}" destId="{A3838D15-85D1-4048-B20D-9009920800B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D6216C-9B23-402E-A942-468E0F624F5B}">
      <dsp:nvSpPr>
        <dsp:cNvPr id="0" name=""/>
        <dsp:cNvSpPr/>
      </dsp:nvSpPr>
      <dsp:spPr>
        <a:xfrm>
          <a:off x="2603193" y="5890"/>
          <a:ext cx="1990125" cy="1990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43F739-4EBC-47A7-A14C-25327E72C0F2}">
      <dsp:nvSpPr>
        <dsp:cNvPr id="0" name=""/>
        <dsp:cNvSpPr/>
      </dsp:nvSpPr>
      <dsp:spPr>
        <a:xfrm>
          <a:off x="3027318" y="430015"/>
          <a:ext cx="1141875" cy="1141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513C3D-9C85-4581-9570-C87158EE7A8E}">
      <dsp:nvSpPr>
        <dsp:cNvPr id="0" name=""/>
        <dsp:cNvSpPr/>
      </dsp:nvSpPr>
      <dsp:spPr>
        <a:xfrm>
          <a:off x="1967006" y="2615890"/>
          <a:ext cx="3262500" cy="119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800" kern="1200" dirty="0"/>
            <a:t>Due by Midnight </a:t>
          </a:r>
          <a:r>
            <a:rPr lang="en-US" sz="2800" kern="1200" dirty="0">
              <a:solidFill>
                <a:srgbClr val="C00000"/>
              </a:solidFill>
            </a:rPr>
            <a:t>(11:59 pm) on Monday, Sep 1, 2025</a:t>
          </a:r>
        </a:p>
      </dsp:txBody>
      <dsp:txXfrm>
        <a:off x="1967006" y="2615890"/>
        <a:ext cx="3262500" cy="1192500"/>
      </dsp:txXfrm>
    </dsp:sp>
    <dsp:sp modelId="{C1C41DF5-156F-4AFD-8177-5E65296E36DA}">
      <dsp:nvSpPr>
        <dsp:cNvPr id="0" name=""/>
        <dsp:cNvSpPr/>
      </dsp:nvSpPr>
      <dsp:spPr>
        <a:xfrm>
          <a:off x="6436631" y="5890"/>
          <a:ext cx="1990125" cy="1990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D05D74-D5AE-459F-A6DF-06E0D3F03A72}">
      <dsp:nvSpPr>
        <dsp:cNvPr id="0" name=""/>
        <dsp:cNvSpPr/>
      </dsp:nvSpPr>
      <dsp:spPr>
        <a:xfrm>
          <a:off x="6860756" y="430015"/>
          <a:ext cx="1141875" cy="1141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838D15-85D1-4048-B20D-9009920800B0}">
      <dsp:nvSpPr>
        <dsp:cNvPr id="0" name=""/>
        <dsp:cNvSpPr/>
      </dsp:nvSpPr>
      <dsp:spPr>
        <a:xfrm>
          <a:off x="5800443" y="2615890"/>
          <a:ext cx="3262500" cy="119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Submit a word document only include </a:t>
          </a:r>
          <a:r>
            <a:rPr lang="en-US" sz="2300" kern="1200" dirty="0">
              <a:solidFill>
                <a:srgbClr val="C00000"/>
              </a:solidFill>
            </a:rPr>
            <a:t>question and answer</a:t>
          </a:r>
        </a:p>
      </dsp:txBody>
      <dsp:txXfrm>
        <a:off x="5800443" y="2615890"/>
        <a:ext cx="3262500" cy="119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77616-8C77-4C41-B55F-F205E689F12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20324-739D-4E0C-9336-87AA17CCA4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7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8438" y="598488"/>
            <a:ext cx="3709987" cy="20875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C425B1-C315-704D-8DF8-851BAA00D42D}" type="slidenum">
              <a:rPr kumimoji="0" lang="en-US" sz="10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MS PGothic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687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C425B1-C315-704D-8DF8-851BAA00D42D}" type="slidenum">
              <a:rPr kumimoji="0" lang="en-US" sz="10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MS PGothic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552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C425B1-C315-704D-8DF8-851BAA00D42D}" type="slidenum">
              <a:rPr kumimoji="0" lang="en-US" sz="10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MS PGothic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31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C425B1-C315-704D-8DF8-851BAA00D42D}" type="slidenum">
              <a:rPr kumimoji="0" lang="en-US" sz="10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MS PGothic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782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C425B1-C315-704D-8DF8-851BAA00D42D}" type="slidenum">
              <a:rPr kumimoji="0" lang="en-US" sz="10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MS PGothic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962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847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046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415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35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24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808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71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926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85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072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42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15600" y="7965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3568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242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780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223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9469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0881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1320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1922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2496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2476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0359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19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68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3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www.esri.com/en-us/arcgis/products/arcgis-storymaps/contest/overview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5485B9-8EE1-447A-9C08-F7D6B532A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A colorful background with waves&#10;&#10;Description automatically generated with medium confidence">
            <a:extLst>
              <a:ext uri="{FF2B5EF4-FFF2-40B4-BE49-F238E27FC236}">
                <a16:creationId xmlns:a16="http://schemas.microsoft.com/office/drawing/2014/main" id="{1734BD9E-DDD5-C150-8BA0-0B1B13AE06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/>
        </p:blipFill>
        <p:spPr>
          <a:xfrm>
            <a:off x="20" y="0"/>
            <a:ext cx="12191980" cy="685798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63707F-B98C-4143-AFCF-D6B56C975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059" y="457200"/>
            <a:ext cx="5010912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D2DFBB-460D-4ECB-BD76-509C99DAD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5583" y="601197"/>
            <a:ext cx="5009388" cy="578936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3439C-E1CA-A039-1552-7B23AB700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7126" y="1178065"/>
            <a:ext cx="4687845" cy="200977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WEEK 02 What is </a:t>
            </a:r>
            <a:r>
              <a:rPr lang="en-US" sz="4000" dirty="0" err="1">
                <a:solidFill>
                  <a:srgbClr val="FFFFFF"/>
                </a:solidFill>
              </a:rPr>
              <a:t>gis</a:t>
            </a:r>
            <a:br>
              <a:rPr lang="en-US" sz="4000" dirty="0">
                <a:solidFill>
                  <a:srgbClr val="FFFFFF"/>
                </a:solidFill>
              </a:rPr>
            </a:b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6AEC8-AD7D-2F2A-F638-325ACB8C9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126" y="3764707"/>
            <a:ext cx="4320228" cy="227747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 Yanan Wu</a:t>
            </a:r>
          </a:p>
          <a:p>
            <a:r>
              <a:rPr lang="en-US" sz="280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800" dirty="0" err="1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</a:t>
            </a:r>
            <a:r>
              <a:rPr lang="en-US" sz="280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2025</a:t>
            </a:r>
          </a:p>
          <a:p>
            <a:endParaRPr lang="en-US" sz="2800" dirty="0">
              <a:solidFill>
                <a:srgbClr val="FFFFFF">
                  <a:alpha val="75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130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628" y="496959"/>
            <a:ext cx="1106164" cy="585973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856" y="496958"/>
            <a:ext cx="9961047" cy="36780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3715" y="708498"/>
            <a:ext cx="9618581" cy="33300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2.2</a:t>
            </a: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400" dirty="0">
                <a:solidFill>
                  <a:srgbClr val="FFFFFF"/>
                </a:solidFill>
              </a:rPr>
              <a:t>Feature classes and Map layers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789" y="4284212"/>
            <a:ext cx="9961115" cy="2072481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6883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1310" y="857376"/>
            <a:ext cx="10629381" cy="5508472"/>
          </a:xfrm>
        </p:spPr>
        <p:txBody>
          <a:bodyPr>
            <a:noAutofit/>
          </a:bodyPr>
          <a:lstStyle/>
          <a:p>
            <a:pPr marL="0" indent="0">
              <a:spcBef>
                <a:spcPts val="1799"/>
              </a:spcBef>
              <a:buClr>
                <a:srgbClr val="C00000"/>
              </a:buClr>
              <a:buNone/>
            </a:pPr>
            <a:r>
              <a:rPr lang="en-US" sz="2800" dirty="0">
                <a:ea typeface="MS PGothic" charset="0"/>
              </a:rPr>
              <a:t>GIS stores related geographic features as separate collections of files called </a:t>
            </a:r>
            <a:r>
              <a:rPr lang="en-US" sz="2800" b="1" dirty="0">
                <a:solidFill>
                  <a:srgbClr val="4A77AD"/>
                </a:solidFill>
                <a:ea typeface="MS PGothic" charset="0"/>
              </a:rPr>
              <a:t>feature classes</a:t>
            </a:r>
            <a:r>
              <a:rPr lang="en-US" sz="2800" dirty="0">
                <a:solidFill>
                  <a:srgbClr val="4A77AD"/>
                </a:solidFill>
                <a:ea typeface="MS PGothic" charset="0"/>
              </a:rPr>
              <a:t> </a:t>
            </a:r>
          </a:p>
          <a:p>
            <a:pPr marL="658546" lvl="1" indent="-411591">
              <a:lnSpc>
                <a:spcPct val="80000"/>
              </a:lnSpc>
              <a:buFont typeface="+mj-lt"/>
              <a:buAutoNum type="arabicPeriod"/>
            </a:pPr>
            <a:r>
              <a:rPr lang="en-US" sz="2800" dirty="0"/>
              <a:t>can be easily reused, assembled into any number of map compositions, and overlaid for analysis</a:t>
            </a:r>
          </a:p>
          <a:p>
            <a:pPr marL="658546" lvl="1" indent="-411591">
              <a:lnSpc>
                <a:spcPct val="80000"/>
              </a:lnSpc>
              <a:buFont typeface="+mj-lt"/>
              <a:buAutoNum type="arabicPeriod"/>
            </a:pPr>
            <a:r>
              <a:rPr lang="en-US" sz="2800" dirty="0"/>
              <a:t>are associated with attribute tables of data</a:t>
            </a:r>
          </a:p>
          <a:p>
            <a:pPr marL="0" indent="0">
              <a:spcBef>
                <a:spcPts val="1799"/>
              </a:spcBef>
              <a:buClr>
                <a:srgbClr val="C00000"/>
              </a:buClr>
              <a:buNone/>
            </a:pPr>
            <a:endParaRPr lang="en-US" sz="2800" dirty="0">
              <a:ea typeface="MS PGothic" charset="0"/>
            </a:endParaRPr>
          </a:p>
          <a:p>
            <a:pPr marL="0" indent="0">
              <a:spcBef>
                <a:spcPts val="0"/>
              </a:spcBef>
              <a:buClr>
                <a:srgbClr val="C00000"/>
              </a:buClr>
              <a:buNone/>
            </a:pPr>
            <a:r>
              <a:rPr lang="en-US" sz="2800" dirty="0">
                <a:ea typeface="MS PGothic" charset="0"/>
              </a:rPr>
              <a:t>When symbolized and displayed as part of a map, a feature class is called a </a:t>
            </a:r>
            <a:r>
              <a:rPr lang="en-US" sz="2800" b="1" dirty="0">
                <a:solidFill>
                  <a:srgbClr val="4A77AD"/>
                </a:solidFill>
                <a:ea typeface="MS PGothic" charset="0"/>
              </a:rPr>
              <a:t>map layer</a:t>
            </a:r>
            <a:endParaRPr lang="en-US" sz="2800" dirty="0">
              <a:solidFill>
                <a:srgbClr val="4A77AD"/>
              </a:solidFill>
              <a:ea typeface="MS PGothic" charset="0"/>
            </a:endParaRPr>
          </a:p>
          <a:p>
            <a:pPr marL="0" indent="0">
              <a:spcBef>
                <a:spcPts val="1799"/>
              </a:spcBef>
              <a:buClr>
                <a:srgbClr val="C00000"/>
              </a:buClr>
              <a:buNone/>
            </a:pPr>
            <a:br>
              <a:rPr lang="en-US" sz="2800" dirty="0">
                <a:ea typeface="MS PGothic" charset="0"/>
              </a:rPr>
            </a:br>
            <a:r>
              <a:rPr lang="en-US" sz="2800" dirty="0">
                <a:ea typeface="MS PGothic" charset="0"/>
              </a:rPr>
              <a:t>	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952728" y="5658659"/>
            <a:ext cx="2529540" cy="325437"/>
          </a:xfrm>
          <a:prstGeom prst="rect">
            <a:avLst/>
          </a:prstGeom>
        </p:spPr>
        <p:txBody>
          <a:bodyPr vert="horz" lIns="91369" tIns="45682" rIns="91369" bIns="45682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accent4">
                    <a:lumMod val="10000"/>
                  </a:schemeClr>
                </a:solidFill>
                <a:latin typeface="Calibri Light" panose="020F0302020204030204" pitchFamily="34" charset="0"/>
                <a:ea typeface="MS PGothic" charset="0"/>
                <a:cs typeface="Calibri Light" panose="020F0302020204030204" pitchFamily="34" charset="0"/>
              </a:defRPr>
            </a:lvl1pPr>
            <a:lvl2pPr marL="45660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21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6982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43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04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3965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6258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2867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algn="r" defTabSz="1028609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2D683084-1C95-4A39-92F3-BB20E749C4C2}" type="slidenum">
              <a:rPr lang="en-US" smtClean="0"/>
              <a:pPr algn="r" defTabSz="1028609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sz="1350" dirty="0">
              <a:solidFill>
                <a:srgbClr val="FFFFFF"/>
              </a:solidFill>
              <a:latin typeface="Calibri" pitchFamily="34" charset="0"/>
              <a:ea typeface="MS PGothic" charset="0"/>
              <a:cs typeface="Calibri" pitchFamily="34" charset="0"/>
            </a:endParaRPr>
          </a:p>
        </p:txBody>
      </p:sp>
      <p:sp>
        <p:nvSpPr>
          <p:cNvPr id="6" name="Slide Number Placeholder 2"/>
          <p:cNvSpPr txBox="1">
            <a:spLocks/>
          </p:cNvSpPr>
          <p:nvPr/>
        </p:nvSpPr>
        <p:spPr>
          <a:xfrm>
            <a:off x="8946382" y="6365848"/>
            <a:ext cx="2845594" cy="366099"/>
          </a:xfrm>
          <a:prstGeom prst="rect">
            <a:avLst/>
          </a:prstGeom>
        </p:spPr>
        <p:txBody>
          <a:bodyPr vert="horz" lIns="102785" tIns="51390" rIns="102785" bIns="51390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accent4">
                    <a:lumMod val="10000"/>
                  </a:schemeClr>
                </a:solidFill>
                <a:latin typeface="Calibri Light" panose="020F0302020204030204" pitchFamily="34" charset="0"/>
                <a:ea typeface="MS PGothic" charset="0"/>
                <a:cs typeface="Calibri Light" panose="020F0302020204030204" pitchFamily="34" charset="0"/>
              </a:defRPr>
            </a:lvl1pPr>
            <a:lvl2pPr marL="456474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294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6942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5895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2371" algn="l" defTabSz="45647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38846" algn="l" defTabSz="45647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5318" algn="l" defTabSz="45647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1791" algn="l" defTabSz="45647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defTabSz="1028609">
              <a:defRPr/>
            </a:pPr>
            <a:r>
              <a:rPr lang="en-US" sz="1350" dirty="0">
                <a:solidFill>
                  <a:srgbClr val="DADADA">
                    <a:lumMod val="10000"/>
                  </a:srgbClr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998015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52" y="884420"/>
            <a:ext cx="10714897" cy="5664693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266985" y="5572020"/>
            <a:ext cx="5343264" cy="1066727"/>
          </a:xfrm>
          <a:prstGeom prst="rect">
            <a:avLst/>
          </a:prstGeom>
        </p:spPr>
        <p:txBody>
          <a:bodyPr vert="horz" lIns="91224" tIns="45612" rIns="91224" bIns="45612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5722" indent="-205722" algn="ctr" defTabSz="1028609">
              <a:lnSpc>
                <a:spcPct val="90000"/>
              </a:lnSpc>
              <a:buClr>
                <a:srgbClr val="93A299"/>
              </a:buClr>
              <a:buNone/>
              <a:defRPr/>
            </a:pPr>
            <a:r>
              <a:rPr lang="en-US" sz="3600" b="1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Physical </a:t>
            </a:r>
            <a:r>
              <a:rPr lang="en-US" sz="2700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features</a:t>
            </a:r>
            <a:r>
              <a:rPr lang="en-US" sz="3600" b="1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 </a:t>
            </a:r>
            <a:endParaRPr lang="en-US" sz="2700" b="1" dirty="0">
              <a:solidFill>
                <a:srgbClr val="292934"/>
              </a:solidFill>
              <a:latin typeface="Calibri" panose="020F0502020204030204" pitchFamily="34" charset="0"/>
              <a:ea typeface="MS PGothic" charset="0"/>
            </a:endParaRPr>
          </a:p>
          <a:p>
            <a:pPr marL="205722" indent="-205722" algn="ctr" defTabSz="1028609">
              <a:lnSpc>
                <a:spcPct val="90000"/>
              </a:lnSpc>
              <a:buClr>
                <a:srgbClr val="93A299"/>
              </a:buClr>
              <a:buNone/>
              <a:defRPr/>
            </a:pPr>
            <a:r>
              <a:rPr lang="en-US" sz="2700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(lakes, parks, rivers, roads, etc.)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28609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2061E86B-1A64-462B-9AE9-04820F395CD8}" type="slidenum">
              <a:rPr lang="en-US" sz="1237" b="1">
                <a:solidFill>
                  <a:srgbClr val="FFFFFF"/>
                </a:solidFill>
                <a:latin typeface="Helvetica" pitchFamily="34" charset="0"/>
                <a:ea typeface="MS PGothic" charset="0"/>
              </a:rPr>
              <a:pPr defTabSz="1028609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sz="1237" b="1" dirty="0">
              <a:solidFill>
                <a:srgbClr val="FFFFFF"/>
              </a:solidFill>
              <a:latin typeface="Helvetica" pitchFamily="34" charset="0"/>
              <a:ea typeface="MS PGothic" charset="0"/>
            </a:endParaRP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90FECFCE-6F0C-1DA9-FF86-6AE65D528BEF}"/>
              </a:ext>
            </a:extLst>
          </p:cNvPr>
          <p:cNvSpPr txBox="1">
            <a:spLocks/>
          </p:cNvSpPr>
          <p:nvPr/>
        </p:nvSpPr>
        <p:spPr>
          <a:xfrm>
            <a:off x="9867720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defTabSz="1028609">
              <a:defRPr/>
            </a:pPr>
            <a:fld id="{2061E86B-1A64-462B-9AE9-04820F395CD8}" type="slidenum">
              <a:rPr lang="en-US" sz="1350">
                <a:solidFill>
                  <a:srgbClr val="000000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 defTabSz="1028609">
                <a:defRPr/>
              </a:pPr>
              <a:t>4</a:t>
            </a:fld>
            <a:endParaRPr lang="en-US" sz="1350" dirty="0">
              <a:solidFill>
                <a:srgbClr val="000000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85557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309"/>
          <a:stretch/>
        </p:blipFill>
        <p:spPr>
          <a:xfrm>
            <a:off x="609868" y="804992"/>
            <a:ext cx="10720711" cy="5661953"/>
          </a:xfrm>
          <a:prstGeom prst="rect">
            <a:avLst/>
          </a:prstGeom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524147" y="5605354"/>
            <a:ext cx="7233180" cy="447653"/>
          </a:xfrm>
          <a:prstGeom prst="rect">
            <a:avLst/>
          </a:prstGeom>
        </p:spPr>
        <p:txBody>
          <a:bodyPr vert="horz" lIns="91224" tIns="45612" rIns="91224" bIns="45612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93A299"/>
              </a:buClr>
              <a:buNone/>
              <a:defRPr/>
            </a:pPr>
            <a:r>
              <a:rPr lang="en-US" sz="3600" b="1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Political </a:t>
            </a:r>
            <a:r>
              <a:rPr lang="en-US" sz="2700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features</a:t>
            </a:r>
            <a:endParaRPr lang="en-US" sz="2700" b="1" dirty="0">
              <a:solidFill>
                <a:srgbClr val="292934"/>
              </a:solidFill>
              <a:latin typeface="Calibri" panose="020F0502020204030204" pitchFamily="34" charset="0"/>
              <a:ea typeface="MS PGothic" charset="0"/>
            </a:endParaRPr>
          </a:p>
          <a:p>
            <a:pPr marL="205722" indent="-205722" algn="ctr" defTabSz="1028609">
              <a:lnSpc>
                <a:spcPct val="90000"/>
              </a:lnSpc>
              <a:buClr>
                <a:srgbClr val="93A299"/>
              </a:buClr>
              <a:buNone/>
              <a:defRPr/>
            </a:pPr>
            <a:r>
              <a:rPr lang="en-US" sz="2700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(states, provinces, municipalities, neighborhoods)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28609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2061E86B-1A64-462B-9AE9-04820F395CD8}" type="slidenum">
              <a:rPr lang="en-US" sz="1237" b="1">
                <a:solidFill>
                  <a:srgbClr val="FFFFFF"/>
                </a:solidFill>
                <a:latin typeface="Helvetica" pitchFamily="34" charset="0"/>
                <a:ea typeface="MS PGothic" charset="0"/>
              </a:rPr>
              <a:pPr defTabSz="1028609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sz="1237" b="1" dirty="0">
              <a:solidFill>
                <a:srgbClr val="FFFFFF"/>
              </a:solidFill>
              <a:latin typeface="Helvetica" pitchFamily="34" charset="0"/>
              <a:ea typeface="MS PGothic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2F325F3B-568A-A995-7C8A-B0D8BA7AFE1A}"/>
              </a:ext>
            </a:extLst>
          </p:cNvPr>
          <p:cNvSpPr txBox="1">
            <a:spLocks/>
          </p:cNvSpPr>
          <p:nvPr/>
        </p:nvSpPr>
        <p:spPr>
          <a:xfrm>
            <a:off x="9867720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defTabSz="1028609">
              <a:defRPr/>
            </a:pPr>
            <a:fld id="{2061E86B-1A64-462B-9AE9-04820F395CD8}" type="slidenum">
              <a:rPr lang="en-US" sz="1350">
                <a:solidFill>
                  <a:srgbClr val="000000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 defTabSz="1028609">
                <a:defRPr/>
              </a:pPr>
              <a:t>5</a:t>
            </a:fld>
            <a:endParaRPr lang="en-US" sz="1350" dirty="0">
              <a:solidFill>
                <a:srgbClr val="000000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53630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52" y="824459"/>
            <a:ext cx="10714897" cy="5879014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05388" y="5143417"/>
            <a:ext cx="4286041" cy="1556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260" tIns="45630" rIns="91260" bIns="45630" numCol="1" anchor="t" anchorCtr="0" compatLnSpc="1">
            <a:prstTxWarp prst="textNoShape">
              <a:avLst/>
            </a:prstTxWarp>
            <a:noAutofit/>
          </a:bodyPr>
          <a:lstStyle>
            <a:lvl1pPr marL="304359" indent="-304359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82701"/>
              </a:buClr>
              <a:buSzPct val="50000"/>
              <a:buFont typeface="Wingdings 3" pitchFamily="18" charset="2"/>
              <a:buChar char="u"/>
              <a:defRPr sz="2501" baseline="0">
                <a:solidFill>
                  <a:schemeClr val="tx1"/>
                </a:solidFill>
                <a:latin typeface="+mn-lt"/>
                <a:ea typeface="+mn-ea"/>
                <a:cs typeface="Osaka" charset="-128"/>
              </a:defRPr>
            </a:lvl1pPr>
            <a:lvl2pPr marL="659443" indent="-253636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82701"/>
              </a:buClr>
              <a:buSzPct val="100000"/>
              <a:buFont typeface="Wingdings" pitchFamily="2" charset="2"/>
              <a:buChar char="§"/>
              <a:defRPr sz="2100" baseline="0">
                <a:solidFill>
                  <a:schemeClr val="tx1"/>
                </a:solidFill>
                <a:latin typeface="+mn-lt"/>
                <a:ea typeface="+mn-ea"/>
                <a:cs typeface="Osaka" charset="-128"/>
              </a:defRPr>
            </a:lvl2pPr>
            <a:lvl3pPr marL="1014530" indent="-20291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82701"/>
              </a:buClr>
              <a:buSzPct val="50000"/>
              <a:buFont typeface="Wingdings" pitchFamily="2" charset="2"/>
              <a:buChar char="q"/>
              <a:defRPr sz="2100" baseline="0">
                <a:solidFill>
                  <a:schemeClr val="tx1"/>
                </a:solidFill>
                <a:latin typeface="+mn-lt"/>
                <a:ea typeface="+mn-ea"/>
                <a:cs typeface="Osaka" charset="-128"/>
              </a:defRPr>
            </a:lvl3pPr>
            <a:lvl4pPr marL="1420341" indent="-20291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82701"/>
              </a:buClr>
              <a:buFont typeface="Arial" pitchFamily="34" charset="0"/>
              <a:buChar char="•"/>
              <a:defRPr sz="2100" baseline="0">
                <a:solidFill>
                  <a:schemeClr val="tx1"/>
                </a:solidFill>
                <a:latin typeface="+mn-lt"/>
                <a:ea typeface="+mn-ea"/>
                <a:cs typeface="Osaka" charset="-128"/>
              </a:defRPr>
            </a:lvl4pPr>
            <a:lvl5pPr marL="2029057" indent="-405818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50000"/>
              <a:buFont typeface="Courier New" pitchFamily="49" charset="0"/>
              <a:buChar char="o"/>
              <a:defRPr sz="2100" baseline="0">
                <a:solidFill>
                  <a:schemeClr val="tx1"/>
                </a:solidFill>
                <a:latin typeface="+mn-lt"/>
                <a:ea typeface="+mn-ea"/>
                <a:cs typeface="Osaka" charset="-128"/>
              </a:defRPr>
            </a:lvl5pPr>
            <a:lvl6pPr marL="2231954" indent="-20291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rgbClr val="00005E"/>
                </a:solidFill>
                <a:latin typeface="+mn-lt"/>
                <a:ea typeface="+mn-ea"/>
              </a:defRPr>
            </a:lvl6pPr>
            <a:lvl7pPr marL="2637772" indent="-20291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rgbClr val="00005E"/>
                </a:solidFill>
                <a:latin typeface="+mn-lt"/>
                <a:ea typeface="+mn-ea"/>
              </a:defRPr>
            </a:lvl7pPr>
            <a:lvl8pPr marL="3043589" indent="-20291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rgbClr val="00005E"/>
                </a:solidFill>
                <a:latin typeface="+mn-lt"/>
                <a:ea typeface="+mn-ea"/>
              </a:defRPr>
            </a:lvl8pPr>
            <a:lvl9pPr marL="3449396" indent="-20291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rgbClr val="00005E"/>
                </a:solidFill>
                <a:latin typeface="+mn-lt"/>
                <a:ea typeface="+mn-ea"/>
              </a:defRPr>
            </a:lvl9pPr>
          </a:lstStyle>
          <a:p>
            <a:pPr algn="ctr">
              <a:lnSpc>
                <a:spcPct val="100000"/>
              </a:lnSpc>
              <a:spcBef>
                <a:spcPts val="112"/>
              </a:spcBef>
              <a:buNone/>
              <a:defRPr/>
            </a:pPr>
            <a:r>
              <a:rPr lang="en-US" sz="3600" b="1" kern="0" dirty="0">
                <a:solidFill>
                  <a:srgbClr val="000000"/>
                </a:solidFill>
                <a:latin typeface="Calibri" panose="020F0502020204030204" pitchFamily="34" charset="0"/>
                <a:ea typeface="MS PGothic" charset="0"/>
              </a:rPr>
              <a:t>Statistical </a:t>
            </a:r>
            <a:r>
              <a:rPr lang="en-US" sz="2700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features</a:t>
            </a:r>
          </a:p>
          <a:p>
            <a:pPr algn="ctr">
              <a:lnSpc>
                <a:spcPct val="100000"/>
              </a:lnSpc>
              <a:spcBef>
                <a:spcPts val="112"/>
              </a:spcBef>
              <a:buNone/>
              <a:defRPr/>
            </a:pPr>
            <a:r>
              <a:rPr lang="en-US" sz="2700" kern="0" dirty="0">
                <a:solidFill>
                  <a:srgbClr val="000000"/>
                </a:solidFill>
                <a:latin typeface="Calibri" panose="020F0502020204030204" pitchFamily="34" charset="0"/>
                <a:ea typeface="MS PGothic" charset="0"/>
              </a:rPr>
              <a:t>(Census tracts)</a:t>
            </a:r>
          </a:p>
          <a:p>
            <a:pPr algn="ctr">
              <a:spcBef>
                <a:spcPts val="112"/>
              </a:spcBef>
              <a:buNone/>
              <a:defRPr/>
            </a:pPr>
            <a:r>
              <a:rPr lang="en-US" sz="3600" b="1" kern="0" dirty="0">
                <a:solidFill>
                  <a:srgbClr val="000000"/>
                </a:solidFill>
                <a:latin typeface="Calibri" panose="020F0502020204030204" pitchFamily="34" charset="0"/>
                <a:ea typeface="MS PGothic" charset="0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1949" y="5105318"/>
            <a:ext cx="1191497" cy="1264357"/>
          </a:xfrm>
          <a:prstGeom prst="rect">
            <a:avLst/>
          </a:prstGeom>
        </p:spPr>
      </p:pic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F6CB4F09-40AB-7D8D-9026-3AA088815335}"/>
              </a:ext>
            </a:extLst>
          </p:cNvPr>
          <p:cNvSpPr txBox="1">
            <a:spLocks/>
          </p:cNvSpPr>
          <p:nvPr/>
        </p:nvSpPr>
        <p:spPr>
          <a:xfrm>
            <a:off x="9867720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defTabSz="1028609">
              <a:defRPr/>
            </a:pPr>
            <a:fld id="{2061E86B-1A64-462B-9AE9-04820F395CD8}" type="slidenum">
              <a:rPr lang="en-US" sz="1350">
                <a:solidFill>
                  <a:srgbClr val="000000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 defTabSz="1028609">
                <a:defRPr/>
              </a:pPr>
              <a:t>6</a:t>
            </a:fld>
            <a:endParaRPr lang="en-US" sz="1350" dirty="0">
              <a:solidFill>
                <a:srgbClr val="000000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25014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09" y="839449"/>
            <a:ext cx="10720711" cy="5670356"/>
          </a:xfrm>
          <a:prstGeom prst="rect">
            <a:avLst/>
          </a:prstGeom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266985" y="5484816"/>
            <a:ext cx="6514782" cy="1373017"/>
          </a:xfrm>
          <a:prstGeom prst="rect">
            <a:avLst/>
          </a:prstGeom>
        </p:spPr>
        <p:txBody>
          <a:bodyPr vert="horz" lIns="91224" tIns="45612" rIns="91224" bIns="45612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93A299"/>
              </a:buClr>
              <a:buNone/>
              <a:defRPr/>
            </a:pPr>
            <a:r>
              <a:rPr lang="en-US" sz="3600" b="1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Administrative </a:t>
            </a:r>
            <a:r>
              <a:rPr lang="en-US" sz="2700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features</a:t>
            </a:r>
            <a:endParaRPr lang="en-US" sz="2700" b="1" dirty="0">
              <a:solidFill>
                <a:srgbClr val="292934"/>
              </a:solidFill>
              <a:latin typeface="Calibri" panose="020F0502020204030204" pitchFamily="34" charset="0"/>
              <a:ea typeface="MS PGothic" charset="0"/>
            </a:endParaRPr>
          </a:p>
          <a:p>
            <a:pPr marL="205722" indent="-205722" algn="ctr" defTabSz="1028609">
              <a:lnSpc>
                <a:spcPct val="90000"/>
              </a:lnSpc>
              <a:buClr>
                <a:srgbClr val="93A299"/>
              </a:buClr>
              <a:buNone/>
              <a:defRPr/>
            </a:pPr>
            <a:r>
              <a:rPr lang="en-US" sz="2700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(schools, clinics, businesses, bus stops, etc.)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5829D991-191D-1832-9C35-C9F7A7B1789D}"/>
              </a:ext>
            </a:extLst>
          </p:cNvPr>
          <p:cNvSpPr txBox="1">
            <a:spLocks/>
          </p:cNvSpPr>
          <p:nvPr/>
        </p:nvSpPr>
        <p:spPr>
          <a:xfrm>
            <a:off x="9867720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defTabSz="1028609">
              <a:defRPr/>
            </a:pPr>
            <a:fld id="{2061E86B-1A64-462B-9AE9-04820F395CD8}" type="slidenum">
              <a:rPr lang="en-US" sz="1350">
                <a:solidFill>
                  <a:srgbClr val="000000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 defTabSz="1028609">
                <a:defRPr/>
              </a:pPr>
              <a:t>7</a:t>
            </a:fld>
            <a:endParaRPr lang="en-US" sz="1350" dirty="0">
              <a:solidFill>
                <a:srgbClr val="000000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9575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1F32A2-6AE5-428E-AE13-55B54A0E1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52728" y="5658659"/>
            <a:ext cx="2529540" cy="325437"/>
          </a:xfrm>
          <a:prstGeom prst="rect">
            <a:avLst/>
          </a:prstGeom>
        </p:spPr>
        <p:txBody>
          <a:bodyPr vert="horz" lIns="91369" tIns="45682" rIns="91369" bIns="45682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accent4">
                    <a:lumMod val="10000"/>
                  </a:schemeClr>
                </a:solidFill>
                <a:latin typeface="Calibri Light" panose="020F0302020204030204" pitchFamily="34" charset="0"/>
                <a:ea typeface="MS PGothic" charset="0"/>
                <a:cs typeface="Calibri Light" panose="020F0302020204030204" pitchFamily="34" charset="0"/>
              </a:defRPr>
            </a:lvl1pPr>
            <a:lvl2pPr marL="45660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21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6982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43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04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3965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6258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2867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fld id="{2D683084-1C95-4A39-92F3-BB20E749C4C2}" type="slidenum">
              <a:rPr lang="en-US" smtClean="0"/>
              <a:pPr/>
              <a:t>8</a:t>
            </a:fld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185C6A1-5BF5-4A27-82C3-F89F8ED695D8}"/>
              </a:ext>
            </a:extLst>
          </p:cNvPr>
          <p:cNvSpPr txBox="1">
            <a:spLocks/>
          </p:cNvSpPr>
          <p:nvPr/>
        </p:nvSpPr>
        <p:spPr>
          <a:xfrm>
            <a:off x="611981" y="711473"/>
            <a:ext cx="10968038" cy="855422"/>
          </a:xfrm>
          <a:prstGeom prst="rect">
            <a:avLst/>
          </a:prstGeom>
        </p:spPr>
        <p:txBody>
          <a:bodyPr/>
          <a:lstStyle>
            <a:lvl1pPr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Calibri" pitchFamily="34" charset="0"/>
                <a:ea typeface="MS PGothic" pitchFamily="34" charset="-128"/>
                <a:cs typeface="Calibri" pitchFamily="34" charset="0"/>
              </a:defRPr>
            </a:lvl1pPr>
            <a:lvl2pPr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MS PGothic" pitchFamily="34" charset="-128"/>
                <a:cs typeface="MS PGothic" charset="0"/>
              </a:defRPr>
            </a:lvl2pPr>
            <a:lvl3pPr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MS PGothic" pitchFamily="34" charset="-128"/>
                <a:cs typeface="MS PGothic" charset="0"/>
              </a:defRPr>
            </a:lvl3pPr>
            <a:lvl4pPr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MS PGothic" pitchFamily="34" charset="-128"/>
                <a:cs typeface="MS PGothic" charset="0"/>
              </a:defRPr>
            </a:lvl4pPr>
            <a:lvl5pPr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MS PGothic" pitchFamily="34" charset="-128"/>
                <a:cs typeface="MS PGothic" charset="0"/>
              </a:defRPr>
            </a:lvl5pPr>
            <a:lvl6pPr marL="456497"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</a:defRPr>
            </a:lvl6pPr>
            <a:lvl7pPr marL="912995"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</a:defRPr>
            </a:lvl7pPr>
            <a:lvl8pPr marL="1369492"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</a:defRPr>
            </a:lvl8pPr>
            <a:lvl9pPr marL="1825986"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defTabSz="1189283">
              <a:defRPr/>
            </a:pPr>
            <a:r>
              <a:rPr lang="en-US" sz="4500" dirty="0">
                <a:solidFill>
                  <a:srgbClr val="020323"/>
                </a:solidFill>
              </a:rPr>
              <a:t>Layers and features </a:t>
            </a:r>
            <a:r>
              <a:rPr lang="en-US" sz="3150" b="0" dirty="0">
                <a:solidFill>
                  <a:srgbClr val="020323"/>
                </a:solidFill>
              </a:rPr>
              <a:t>as</a:t>
            </a:r>
            <a:r>
              <a:rPr lang="en-US" sz="3150" dirty="0">
                <a:solidFill>
                  <a:srgbClr val="020323"/>
                </a:solidFill>
              </a:rPr>
              <a:t> </a:t>
            </a:r>
            <a:r>
              <a:rPr lang="en-US" sz="3150" b="0" dirty="0">
                <a:solidFill>
                  <a:srgbClr val="020323"/>
                </a:solidFill>
              </a:rPr>
              <a:t>viewed in ArcGIS Pro</a:t>
            </a:r>
            <a:endParaRPr lang="en-US" sz="4050" b="0" dirty="0">
              <a:solidFill>
                <a:srgbClr val="020323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1AEF599-C7B5-36D8-57A0-9F51F9AE615F}"/>
              </a:ext>
            </a:extLst>
          </p:cNvPr>
          <p:cNvGrpSpPr/>
          <p:nvPr/>
        </p:nvGrpSpPr>
        <p:grpSpPr>
          <a:xfrm>
            <a:off x="781310" y="1588957"/>
            <a:ext cx="11010667" cy="5187715"/>
            <a:chOff x="781310" y="943097"/>
            <a:chExt cx="11010667" cy="583357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56575F0-A866-461E-94B4-67BBDB6D9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1310" y="943097"/>
              <a:ext cx="9981452" cy="5833575"/>
            </a:xfrm>
            <a:prstGeom prst="rect">
              <a:avLst/>
            </a:prstGeom>
          </p:spPr>
        </p:pic>
        <p:sp>
          <p:nvSpPr>
            <p:cNvPr id="6" name="Left Arrow 6">
              <a:extLst>
                <a:ext uri="{FF2B5EF4-FFF2-40B4-BE49-F238E27FC236}">
                  <a16:creationId xmlns:a16="http://schemas.microsoft.com/office/drawing/2014/main" id="{62B6C640-2116-47EF-9560-57729E66340C}"/>
                </a:ext>
              </a:extLst>
            </p:cNvPr>
            <p:cNvSpPr/>
            <p:nvPr/>
          </p:nvSpPr>
          <p:spPr bwMode="auto">
            <a:xfrm>
              <a:off x="1997621" y="5743462"/>
              <a:ext cx="771487" cy="600046"/>
            </a:xfrm>
            <a:prstGeom prst="leftArrow">
              <a:avLst/>
            </a:prstGeom>
            <a:solidFill>
              <a:srgbClr val="4A77AD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102835" tIns="51417" rIns="102835" bIns="51417" numCol="1" rtlCol="0" anchor="t" anchorCtr="0" compatLnSpc="1">
              <a:prstTxWarp prst="textNoShape">
                <a:avLst/>
              </a:prstTxWarp>
            </a:bodyPr>
            <a:lstStyle/>
            <a:p>
              <a:pPr defTabSz="1028305"/>
              <a:r>
                <a:rPr lang="en-US" sz="2025" dirty="0">
                  <a:solidFill>
                    <a:srgbClr val="3D6D7D"/>
                  </a:solidFill>
                </a:rPr>
                <a:t>Z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6D36D168-F67B-471E-B77D-B4C040F88635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0477700" y="1971747"/>
              <a:ext cx="1314277" cy="832744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274" tIns="45637" rIns="91274" bIns="45637" numCol="1" anchor="ctr" anchorCtr="0" compatLnSpc="1">
              <a:prstTxWarp prst="textNoShape">
                <a:avLst/>
              </a:prstTxWarp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600" b="1" baseline="0">
                  <a:solidFill>
                    <a:srgbClr val="682701"/>
                  </a:solidFill>
                  <a:latin typeface="Helvetica" pitchFamily="34" charset="0"/>
                  <a:ea typeface="+mj-ea"/>
                  <a:cs typeface="Osaka" charset="-128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40"/>
                  </a:solidFill>
                  <a:latin typeface="MetaBook-Roman" charset="0"/>
                  <a:ea typeface="Osaka" charset="-128"/>
                  <a:cs typeface="Osaka" charset="-128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40"/>
                  </a:solidFill>
                  <a:latin typeface="MetaBook-Roman" charset="0"/>
                  <a:ea typeface="Osaka" charset="-128"/>
                  <a:cs typeface="Osaka" charset="-128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40"/>
                  </a:solidFill>
                  <a:latin typeface="MetaBook-Roman" charset="0"/>
                  <a:ea typeface="Osaka" charset="-128"/>
                  <a:cs typeface="Osaka" charset="-128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40"/>
                  </a:solidFill>
                  <a:latin typeface="MetaBook-Roman" charset="0"/>
                  <a:ea typeface="Osaka" charset="-128"/>
                  <a:cs typeface="Osaka" charset="-128"/>
                </a:defRPr>
              </a:lvl5pPr>
              <a:lvl6pPr marL="405818" algn="l" rtl="0" fontAlgn="base"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40"/>
                  </a:solidFill>
                  <a:latin typeface="MetaBook-Roman" charset="0"/>
                  <a:ea typeface="Osaka" charset="-128"/>
                </a:defRPr>
              </a:lvl6pPr>
              <a:lvl7pPr marL="811624" algn="l" rtl="0" fontAlgn="base"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40"/>
                  </a:solidFill>
                  <a:latin typeface="MetaBook-Roman" charset="0"/>
                  <a:ea typeface="Osaka" charset="-128"/>
                </a:defRPr>
              </a:lvl7pPr>
              <a:lvl8pPr marL="1217434" algn="l" rtl="0" fontAlgn="base"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40"/>
                  </a:solidFill>
                  <a:latin typeface="MetaBook-Roman" charset="0"/>
                  <a:ea typeface="Osaka" charset="-128"/>
                </a:defRPr>
              </a:lvl8pPr>
              <a:lvl9pPr marL="1623245" algn="l" rtl="0" fontAlgn="base"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40"/>
                  </a:solidFill>
                  <a:latin typeface="MetaBook-Roman" charset="0"/>
                  <a:ea typeface="Osaka" charset="-128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2700" kern="0" dirty="0">
                  <a:solidFill>
                    <a:schemeClr val="bg2"/>
                  </a:solidFill>
                  <a:latin typeface="Calibri" pitchFamily="34" charset="0"/>
                  <a:ea typeface="MS PGothic" charset="0"/>
                  <a:cs typeface="Calibri" pitchFamily="34" charset="0"/>
                </a:rPr>
                <a:t>Feature Class</a:t>
              </a:r>
            </a:p>
          </p:txBody>
        </p:sp>
        <p:sp>
          <p:nvSpPr>
            <p:cNvPr id="14" name="Title 1">
              <a:extLst>
                <a:ext uri="{FF2B5EF4-FFF2-40B4-BE49-F238E27FC236}">
                  <a16:creationId xmlns:a16="http://schemas.microsoft.com/office/drawing/2014/main" id="{BE874A4F-55EC-4E33-86A9-D2EA491063E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2864642" y="5743463"/>
              <a:ext cx="1176848" cy="534028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274" tIns="45637" rIns="91274" bIns="45637" numCol="1" anchor="ctr" anchorCtr="0" compatLnSpc="1">
              <a:prstTxWarp prst="textNoShape">
                <a:avLst/>
              </a:prstTxWarp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3600" b="1" baseline="0">
                  <a:solidFill>
                    <a:srgbClr val="682701"/>
                  </a:solidFill>
                  <a:latin typeface="Helvetica" pitchFamily="34" charset="0"/>
                  <a:ea typeface="+mj-ea"/>
                  <a:cs typeface="Osaka" charset="-128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40"/>
                  </a:solidFill>
                  <a:latin typeface="MetaBook-Roman" charset="0"/>
                  <a:ea typeface="Osaka" charset="-128"/>
                  <a:cs typeface="Osaka" charset="-128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40"/>
                  </a:solidFill>
                  <a:latin typeface="MetaBook-Roman" charset="0"/>
                  <a:ea typeface="Osaka" charset="-128"/>
                  <a:cs typeface="Osaka" charset="-128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40"/>
                  </a:solidFill>
                  <a:latin typeface="MetaBook-Roman" charset="0"/>
                  <a:ea typeface="Osaka" charset="-128"/>
                  <a:cs typeface="Osaka" charset="-128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40"/>
                  </a:solidFill>
                  <a:latin typeface="MetaBook-Roman" charset="0"/>
                  <a:ea typeface="Osaka" charset="-128"/>
                  <a:cs typeface="Osaka" charset="-128"/>
                </a:defRPr>
              </a:lvl5pPr>
              <a:lvl6pPr marL="405818" algn="l" rtl="0" fontAlgn="base"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40"/>
                  </a:solidFill>
                  <a:latin typeface="MetaBook-Roman" charset="0"/>
                  <a:ea typeface="Osaka" charset="-128"/>
                </a:defRPr>
              </a:lvl6pPr>
              <a:lvl7pPr marL="811624" algn="l" rtl="0" fontAlgn="base"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40"/>
                  </a:solidFill>
                  <a:latin typeface="MetaBook-Roman" charset="0"/>
                  <a:ea typeface="Osaka" charset="-128"/>
                </a:defRPr>
              </a:lvl7pPr>
              <a:lvl8pPr marL="1217434" algn="l" rtl="0" fontAlgn="base"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40"/>
                  </a:solidFill>
                  <a:latin typeface="MetaBook-Roman" charset="0"/>
                  <a:ea typeface="Osaka" charset="-128"/>
                </a:defRPr>
              </a:lvl8pPr>
              <a:lvl9pPr marL="1623245" algn="l" rtl="0" fontAlgn="base"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40"/>
                  </a:solidFill>
                  <a:latin typeface="MetaBook-Roman" charset="0"/>
                  <a:ea typeface="Osaka" charset="-128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2700" kern="0" dirty="0">
                  <a:solidFill>
                    <a:schemeClr val="bg2"/>
                  </a:solidFill>
                  <a:latin typeface="Calibri" pitchFamily="34" charset="0"/>
                  <a:ea typeface="MS PGothic" charset="0"/>
                  <a:cs typeface="Calibri" pitchFamily="34" charset="0"/>
                </a:rPr>
                <a:t>Layer </a:t>
              </a:r>
            </a:p>
          </p:txBody>
        </p:sp>
        <p:sp>
          <p:nvSpPr>
            <p:cNvPr id="9" name="Left Arrow 6">
              <a:extLst>
                <a:ext uri="{FF2B5EF4-FFF2-40B4-BE49-F238E27FC236}">
                  <a16:creationId xmlns:a16="http://schemas.microsoft.com/office/drawing/2014/main" id="{62B6C640-2116-47EF-9560-57729E66340C}"/>
                </a:ext>
              </a:extLst>
            </p:cNvPr>
            <p:cNvSpPr/>
            <p:nvPr/>
          </p:nvSpPr>
          <p:spPr bwMode="auto">
            <a:xfrm>
              <a:off x="9610554" y="2088095"/>
              <a:ext cx="771487" cy="600046"/>
            </a:xfrm>
            <a:prstGeom prst="leftArrow">
              <a:avLst/>
            </a:prstGeom>
            <a:solidFill>
              <a:srgbClr val="4A77AD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102835" tIns="51417" rIns="102835" bIns="51417" numCol="1" rtlCol="0" anchor="t" anchorCtr="0" compatLnSpc="1">
              <a:prstTxWarp prst="textNoShape">
                <a:avLst/>
              </a:prstTxWarp>
            </a:bodyPr>
            <a:lstStyle/>
            <a:p>
              <a:pPr defTabSz="1028305"/>
              <a:endParaRPr lang="en-US" sz="2025">
                <a:solidFill>
                  <a:srgbClr val="3D6D7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115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628" y="496959"/>
            <a:ext cx="1106164" cy="585973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856" y="496958"/>
            <a:ext cx="9961047" cy="36780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3715" y="708498"/>
            <a:ext cx="9618581" cy="33300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2.3</a:t>
            </a: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ARCGIS ONLINE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789" y="4284212"/>
            <a:ext cx="9961115" cy="2072481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2445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6062" y="2743234"/>
            <a:ext cx="2589421" cy="11125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ArcGIS</a:t>
            </a:r>
            <a:r>
              <a:rPr lang="en-US" b="0" dirty="0"/>
              <a:t> </a:t>
            </a:r>
            <a:r>
              <a:rPr lang="en-US" dirty="0"/>
              <a:t>Online</a:t>
            </a:r>
            <a:r>
              <a:rPr lang="en-US" b="0" dirty="0"/>
              <a:t>®</a:t>
            </a:r>
            <a:br>
              <a:rPr lang="en-US" dirty="0"/>
            </a:br>
            <a:r>
              <a:rPr lang="en-US" sz="2250" dirty="0"/>
              <a:t>(map viewer classic)</a:t>
            </a:r>
          </a:p>
        </p:txBody>
      </p:sp>
      <p:sp>
        <p:nvSpPr>
          <p:cNvPr id="4" name="Slide Number Placeholder 9"/>
          <p:cNvSpPr txBox="1">
            <a:spLocks/>
          </p:cNvSpPr>
          <p:nvPr/>
        </p:nvSpPr>
        <p:spPr>
          <a:xfrm>
            <a:off x="9181949" y="6429228"/>
            <a:ext cx="2844799" cy="365108"/>
          </a:xfrm>
          <a:prstGeom prst="rect">
            <a:avLst/>
          </a:prstGeom>
        </p:spPr>
        <p:txBody>
          <a:bodyPr vert="horz" lIns="91337" tIns="45668" rIns="91337" bIns="45668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834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67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504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733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4172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1008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840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4674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fld id="{2061E86B-1A64-462B-9AE9-04820F395CD8}" type="slidenum">
              <a:rPr lang="en-US" sz="1350">
                <a:solidFill>
                  <a:srgbClr val="DADADA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/>
              <a:t>10</a:t>
            </a:fld>
            <a:endParaRPr lang="en-US" sz="1350" dirty="0">
              <a:solidFill>
                <a:srgbClr val="DADADA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BD34A8-14E6-4CBE-AF9D-65B8CBA9D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43" y="168"/>
            <a:ext cx="9410519" cy="685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542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2E407691-2276-4865-9A64-6247DFA35ADC}"/>
              </a:ext>
            </a:extLst>
          </p:cNvPr>
          <p:cNvSpPr txBox="1">
            <a:spLocks/>
          </p:cNvSpPr>
          <p:nvPr/>
        </p:nvSpPr>
        <p:spPr>
          <a:xfrm>
            <a:off x="9181949" y="6429228"/>
            <a:ext cx="2844799" cy="365108"/>
          </a:xfrm>
          <a:prstGeom prst="rect">
            <a:avLst/>
          </a:prstGeom>
        </p:spPr>
        <p:txBody>
          <a:bodyPr vert="horz" lIns="91337" tIns="45668" rIns="91337" bIns="45668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834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67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504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733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4172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1008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840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4674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fld id="{2061E86B-1A64-462B-9AE9-04820F395CD8}" type="slidenum">
              <a:rPr lang="en-US" sz="1350">
                <a:solidFill>
                  <a:srgbClr val="DADADA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/>
              <a:t>11</a:t>
            </a:fld>
            <a:endParaRPr lang="en-US" sz="1350" dirty="0">
              <a:solidFill>
                <a:srgbClr val="DADADA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ECBB01-974E-43BE-B0CF-A851E5C9B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12" y="168"/>
            <a:ext cx="10813779" cy="685766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0C5B4AA-E48E-46DA-91DC-E9A5CC009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771" y="4886254"/>
            <a:ext cx="3343112" cy="11125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ArcGIS</a:t>
            </a:r>
            <a:r>
              <a:rPr lang="en-US" b="0" dirty="0"/>
              <a:t> </a:t>
            </a:r>
            <a:br>
              <a:rPr lang="en-US" b="0" dirty="0"/>
            </a:br>
            <a:r>
              <a:rPr lang="en-US" dirty="0"/>
              <a:t>Map Viewer</a:t>
            </a:r>
            <a:r>
              <a:rPr lang="en-US" b="0" dirty="0"/>
              <a:t> ®</a:t>
            </a:r>
            <a:br>
              <a:rPr lang="en-US" dirty="0"/>
            </a:br>
            <a:endParaRPr lang="en-US" sz="2250" dirty="0"/>
          </a:p>
        </p:txBody>
      </p:sp>
    </p:spTree>
    <p:extLst>
      <p:ext uri="{BB962C8B-B14F-4D97-AF65-F5344CB8AC3E}">
        <p14:creationId xmlns:p14="http://schemas.microsoft.com/office/powerpoint/2010/main" val="3878618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52752" y="4200487"/>
            <a:ext cx="3310966" cy="1488833"/>
          </a:xfrm>
          <a:prstGeom prst="rect">
            <a:avLst/>
          </a:prstGeom>
          <a:noFill/>
        </p:spPr>
        <p:txBody>
          <a:bodyPr wrap="square" lIns="102835" tIns="51417" rIns="102835" bIns="51417" rtlCol="0">
            <a:spAutoFit/>
          </a:bodyPr>
          <a:lstStyle/>
          <a:p>
            <a:r>
              <a:rPr lang="en-US" sz="4500" dirty="0">
                <a:latin typeface="Calibri" charset="0"/>
                <a:ea typeface="Calibri" charset="0"/>
                <a:cs typeface="Calibri" charset="0"/>
              </a:rPr>
              <a:t>ArcGIS </a:t>
            </a:r>
            <a:br>
              <a:rPr lang="en-US" sz="4500" dirty="0">
                <a:latin typeface="Calibri" charset="0"/>
                <a:ea typeface="Calibri" charset="0"/>
                <a:cs typeface="Calibri" charset="0"/>
              </a:rPr>
            </a:br>
            <a:r>
              <a:rPr lang="en-US" sz="4500" dirty="0">
                <a:latin typeface="Calibri" charset="0"/>
                <a:ea typeface="Calibri" charset="0"/>
                <a:cs typeface="Calibri" charset="0"/>
              </a:rPr>
              <a:t>Story Maps®</a:t>
            </a:r>
          </a:p>
        </p:txBody>
      </p:sp>
      <p:sp>
        <p:nvSpPr>
          <p:cNvPr id="8" name="Slide Number Placeholder 9"/>
          <p:cNvSpPr txBox="1">
            <a:spLocks/>
          </p:cNvSpPr>
          <p:nvPr/>
        </p:nvSpPr>
        <p:spPr>
          <a:xfrm>
            <a:off x="9867719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fld id="{2061E86B-1A64-462B-9AE9-04820F395CD8}" type="slidenum">
              <a:rPr lang="en-US" sz="1350">
                <a:solidFill>
                  <a:srgbClr val="DADADA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/>
              <a:t>12</a:t>
            </a:fld>
            <a:endParaRPr lang="en-US" sz="1350" dirty="0">
              <a:solidFill>
                <a:srgbClr val="DADADA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DC5A0C0-D139-4A32-AD60-9A608DE9D609}"/>
              </a:ext>
            </a:extLst>
          </p:cNvPr>
          <p:cNvSpPr txBox="1">
            <a:spLocks/>
          </p:cNvSpPr>
          <p:nvPr/>
        </p:nvSpPr>
        <p:spPr>
          <a:xfrm>
            <a:off x="9867720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60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21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6982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43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04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3965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6258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2867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fld id="{2061E86B-1A64-462B-9AE9-04820F395CD8}" type="slidenum">
              <a:rPr lang="en-US" sz="1350">
                <a:latin typeface="Calibri" pitchFamily="34" charset="0"/>
                <a:cs typeface="Calibri" pitchFamily="34" charset="0"/>
              </a:rPr>
              <a:pPr/>
              <a:t>12</a:t>
            </a:fld>
            <a:endParaRPr lang="en-US" sz="135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5" name="Picture 4" descr="A picture containing text, reef, screenshot&#10;&#10;Description automatically generated">
            <a:extLst>
              <a:ext uri="{FF2B5EF4-FFF2-40B4-BE49-F238E27FC236}">
                <a16:creationId xmlns:a16="http://schemas.microsoft.com/office/drawing/2014/main" id="{D4F920F6-424A-9858-5C79-43FDAF031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" y="94112"/>
            <a:ext cx="5314690" cy="33760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14F8AA-3B45-EC10-77DD-3A041608E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557" y="1661014"/>
            <a:ext cx="6928901" cy="4853935"/>
          </a:xfrm>
          <a:custGeom>
            <a:avLst/>
            <a:gdLst>
              <a:gd name="csX0" fmla="*/ 0 w 6928901"/>
              <a:gd name="csY0" fmla="*/ 0 h 4853935"/>
              <a:gd name="csX1" fmla="*/ 623601 w 6928901"/>
              <a:gd name="csY1" fmla="*/ 0 h 4853935"/>
              <a:gd name="csX2" fmla="*/ 1385780 w 6928901"/>
              <a:gd name="csY2" fmla="*/ 0 h 4853935"/>
              <a:gd name="csX3" fmla="*/ 1940092 w 6928901"/>
              <a:gd name="csY3" fmla="*/ 0 h 4853935"/>
              <a:gd name="csX4" fmla="*/ 2632982 w 6928901"/>
              <a:gd name="csY4" fmla="*/ 0 h 4853935"/>
              <a:gd name="csX5" fmla="*/ 3395161 w 6928901"/>
              <a:gd name="csY5" fmla="*/ 0 h 4853935"/>
              <a:gd name="csX6" fmla="*/ 3880185 w 6928901"/>
              <a:gd name="csY6" fmla="*/ 0 h 4853935"/>
              <a:gd name="csX7" fmla="*/ 4365208 w 6928901"/>
              <a:gd name="csY7" fmla="*/ 0 h 4853935"/>
              <a:gd name="csX8" fmla="*/ 5196676 w 6928901"/>
              <a:gd name="csY8" fmla="*/ 0 h 4853935"/>
              <a:gd name="csX9" fmla="*/ 5889566 w 6928901"/>
              <a:gd name="csY9" fmla="*/ 0 h 4853935"/>
              <a:gd name="csX10" fmla="*/ 6928901 w 6928901"/>
              <a:gd name="csY10" fmla="*/ 0 h 4853935"/>
              <a:gd name="csX11" fmla="*/ 6928901 w 6928901"/>
              <a:gd name="csY11" fmla="*/ 693419 h 4853935"/>
              <a:gd name="csX12" fmla="*/ 6928901 w 6928901"/>
              <a:gd name="csY12" fmla="*/ 1435378 h 4853935"/>
              <a:gd name="csX13" fmla="*/ 6928901 w 6928901"/>
              <a:gd name="csY13" fmla="*/ 2031719 h 4853935"/>
              <a:gd name="csX14" fmla="*/ 6928901 w 6928901"/>
              <a:gd name="csY14" fmla="*/ 2725138 h 4853935"/>
              <a:gd name="csX15" fmla="*/ 6928901 w 6928901"/>
              <a:gd name="csY15" fmla="*/ 3272939 h 4853935"/>
              <a:gd name="csX16" fmla="*/ 6928901 w 6928901"/>
              <a:gd name="csY16" fmla="*/ 4063437 h 4853935"/>
              <a:gd name="csX17" fmla="*/ 6928901 w 6928901"/>
              <a:gd name="csY17" fmla="*/ 4853935 h 4853935"/>
              <a:gd name="csX18" fmla="*/ 6097433 w 6928901"/>
              <a:gd name="csY18" fmla="*/ 4853935 h 4853935"/>
              <a:gd name="csX19" fmla="*/ 5335254 w 6928901"/>
              <a:gd name="csY19" fmla="*/ 4853935 h 4853935"/>
              <a:gd name="csX20" fmla="*/ 4780942 w 6928901"/>
              <a:gd name="csY20" fmla="*/ 4853935 h 4853935"/>
              <a:gd name="csX21" fmla="*/ 3949474 w 6928901"/>
              <a:gd name="csY21" fmla="*/ 4853935 h 4853935"/>
              <a:gd name="csX22" fmla="*/ 3256583 w 6928901"/>
              <a:gd name="csY22" fmla="*/ 4853935 h 4853935"/>
              <a:gd name="csX23" fmla="*/ 2771560 w 6928901"/>
              <a:gd name="csY23" fmla="*/ 4853935 h 4853935"/>
              <a:gd name="csX24" fmla="*/ 2078670 w 6928901"/>
              <a:gd name="csY24" fmla="*/ 4853935 h 4853935"/>
              <a:gd name="csX25" fmla="*/ 1455069 w 6928901"/>
              <a:gd name="csY25" fmla="*/ 4853935 h 4853935"/>
              <a:gd name="csX26" fmla="*/ 831468 w 6928901"/>
              <a:gd name="csY26" fmla="*/ 4853935 h 4853935"/>
              <a:gd name="csX27" fmla="*/ 0 w 6928901"/>
              <a:gd name="csY27" fmla="*/ 4853935 h 4853935"/>
              <a:gd name="csX28" fmla="*/ 0 w 6928901"/>
              <a:gd name="csY28" fmla="*/ 4209055 h 4853935"/>
              <a:gd name="csX29" fmla="*/ 0 w 6928901"/>
              <a:gd name="csY29" fmla="*/ 3467096 h 4853935"/>
              <a:gd name="csX30" fmla="*/ 0 w 6928901"/>
              <a:gd name="csY30" fmla="*/ 2822216 h 4853935"/>
              <a:gd name="csX31" fmla="*/ 0 w 6928901"/>
              <a:gd name="csY31" fmla="*/ 2274415 h 4853935"/>
              <a:gd name="csX32" fmla="*/ 0 w 6928901"/>
              <a:gd name="csY32" fmla="*/ 1629535 h 4853935"/>
              <a:gd name="csX33" fmla="*/ 0 w 6928901"/>
              <a:gd name="csY33" fmla="*/ 887577 h 4853935"/>
              <a:gd name="csX34" fmla="*/ 0 w 6928901"/>
              <a:gd name="csY34" fmla="*/ 0 h 48539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6928901" h="4853935" fill="none" extrusionOk="0">
                <a:moveTo>
                  <a:pt x="0" y="0"/>
                </a:moveTo>
                <a:cubicBezTo>
                  <a:pt x="279637" y="9849"/>
                  <a:pt x="423743" y="-30356"/>
                  <a:pt x="623601" y="0"/>
                </a:cubicBezTo>
                <a:cubicBezTo>
                  <a:pt x="823459" y="30356"/>
                  <a:pt x="1092553" y="-14064"/>
                  <a:pt x="1385780" y="0"/>
                </a:cubicBezTo>
                <a:cubicBezTo>
                  <a:pt x="1679007" y="14064"/>
                  <a:pt x="1767949" y="22643"/>
                  <a:pt x="1940092" y="0"/>
                </a:cubicBezTo>
                <a:cubicBezTo>
                  <a:pt x="2112235" y="-22643"/>
                  <a:pt x="2420975" y="-29449"/>
                  <a:pt x="2632982" y="0"/>
                </a:cubicBezTo>
                <a:cubicBezTo>
                  <a:pt x="2844989" y="29449"/>
                  <a:pt x="3140527" y="19715"/>
                  <a:pt x="3395161" y="0"/>
                </a:cubicBezTo>
                <a:cubicBezTo>
                  <a:pt x="3649795" y="-19715"/>
                  <a:pt x="3688738" y="-2840"/>
                  <a:pt x="3880185" y="0"/>
                </a:cubicBezTo>
                <a:cubicBezTo>
                  <a:pt x="4071632" y="2840"/>
                  <a:pt x="4130478" y="-11080"/>
                  <a:pt x="4365208" y="0"/>
                </a:cubicBezTo>
                <a:cubicBezTo>
                  <a:pt x="4599938" y="11080"/>
                  <a:pt x="4809041" y="14699"/>
                  <a:pt x="5196676" y="0"/>
                </a:cubicBezTo>
                <a:cubicBezTo>
                  <a:pt x="5584311" y="-14699"/>
                  <a:pt x="5746518" y="20469"/>
                  <a:pt x="5889566" y="0"/>
                </a:cubicBezTo>
                <a:cubicBezTo>
                  <a:pt x="6032614" y="-20469"/>
                  <a:pt x="6706299" y="-38191"/>
                  <a:pt x="6928901" y="0"/>
                </a:cubicBezTo>
                <a:cubicBezTo>
                  <a:pt x="6938139" y="309424"/>
                  <a:pt x="6915574" y="501267"/>
                  <a:pt x="6928901" y="693419"/>
                </a:cubicBezTo>
                <a:cubicBezTo>
                  <a:pt x="6942228" y="885571"/>
                  <a:pt x="6906165" y="1078366"/>
                  <a:pt x="6928901" y="1435378"/>
                </a:cubicBezTo>
                <a:cubicBezTo>
                  <a:pt x="6951637" y="1792390"/>
                  <a:pt x="6903908" y="1810925"/>
                  <a:pt x="6928901" y="2031719"/>
                </a:cubicBezTo>
                <a:cubicBezTo>
                  <a:pt x="6953894" y="2252513"/>
                  <a:pt x="6898792" y="2447342"/>
                  <a:pt x="6928901" y="2725138"/>
                </a:cubicBezTo>
                <a:cubicBezTo>
                  <a:pt x="6959010" y="3002934"/>
                  <a:pt x="6926429" y="3157586"/>
                  <a:pt x="6928901" y="3272939"/>
                </a:cubicBezTo>
                <a:cubicBezTo>
                  <a:pt x="6931373" y="3388292"/>
                  <a:pt x="6910349" y="3788271"/>
                  <a:pt x="6928901" y="4063437"/>
                </a:cubicBezTo>
                <a:cubicBezTo>
                  <a:pt x="6947453" y="4338603"/>
                  <a:pt x="6946329" y="4576048"/>
                  <a:pt x="6928901" y="4853935"/>
                </a:cubicBezTo>
                <a:cubicBezTo>
                  <a:pt x="6628322" y="4849337"/>
                  <a:pt x="6349945" y="4826390"/>
                  <a:pt x="6097433" y="4853935"/>
                </a:cubicBezTo>
                <a:cubicBezTo>
                  <a:pt x="5844921" y="4881480"/>
                  <a:pt x="5521914" y="4859950"/>
                  <a:pt x="5335254" y="4853935"/>
                </a:cubicBezTo>
                <a:cubicBezTo>
                  <a:pt x="5148594" y="4847920"/>
                  <a:pt x="4938301" y="4871826"/>
                  <a:pt x="4780942" y="4853935"/>
                </a:cubicBezTo>
                <a:cubicBezTo>
                  <a:pt x="4623583" y="4836044"/>
                  <a:pt x="4296944" y="4887438"/>
                  <a:pt x="3949474" y="4853935"/>
                </a:cubicBezTo>
                <a:cubicBezTo>
                  <a:pt x="3602004" y="4820432"/>
                  <a:pt x="3541634" y="4824611"/>
                  <a:pt x="3256583" y="4853935"/>
                </a:cubicBezTo>
                <a:cubicBezTo>
                  <a:pt x="2971532" y="4883259"/>
                  <a:pt x="2907449" y="4853787"/>
                  <a:pt x="2771560" y="4853935"/>
                </a:cubicBezTo>
                <a:cubicBezTo>
                  <a:pt x="2635671" y="4854083"/>
                  <a:pt x="2409570" y="4860805"/>
                  <a:pt x="2078670" y="4853935"/>
                </a:cubicBezTo>
                <a:cubicBezTo>
                  <a:pt x="1747770" y="4847066"/>
                  <a:pt x="1740525" y="4880450"/>
                  <a:pt x="1455069" y="4853935"/>
                </a:cubicBezTo>
                <a:cubicBezTo>
                  <a:pt x="1169613" y="4827420"/>
                  <a:pt x="1102904" y="4839067"/>
                  <a:pt x="831468" y="4853935"/>
                </a:cubicBezTo>
                <a:cubicBezTo>
                  <a:pt x="560032" y="4868803"/>
                  <a:pt x="310087" y="4861089"/>
                  <a:pt x="0" y="4853935"/>
                </a:cubicBezTo>
                <a:cubicBezTo>
                  <a:pt x="-30037" y="4686612"/>
                  <a:pt x="12493" y="4377291"/>
                  <a:pt x="0" y="4209055"/>
                </a:cubicBezTo>
                <a:cubicBezTo>
                  <a:pt x="-12493" y="4040819"/>
                  <a:pt x="12936" y="3737871"/>
                  <a:pt x="0" y="3467096"/>
                </a:cubicBezTo>
                <a:cubicBezTo>
                  <a:pt x="-12936" y="3196321"/>
                  <a:pt x="-9413" y="3095858"/>
                  <a:pt x="0" y="2822216"/>
                </a:cubicBezTo>
                <a:cubicBezTo>
                  <a:pt x="9413" y="2548574"/>
                  <a:pt x="26306" y="2539396"/>
                  <a:pt x="0" y="2274415"/>
                </a:cubicBezTo>
                <a:cubicBezTo>
                  <a:pt x="-26306" y="2009434"/>
                  <a:pt x="-4407" y="1904825"/>
                  <a:pt x="0" y="1629535"/>
                </a:cubicBezTo>
                <a:cubicBezTo>
                  <a:pt x="4407" y="1354245"/>
                  <a:pt x="-16651" y="1231041"/>
                  <a:pt x="0" y="887577"/>
                </a:cubicBezTo>
                <a:cubicBezTo>
                  <a:pt x="16651" y="544113"/>
                  <a:pt x="35816" y="347899"/>
                  <a:pt x="0" y="0"/>
                </a:cubicBezTo>
                <a:close/>
              </a:path>
              <a:path w="6928901" h="4853935" stroke="0" extrusionOk="0">
                <a:moveTo>
                  <a:pt x="0" y="0"/>
                </a:moveTo>
                <a:cubicBezTo>
                  <a:pt x="228176" y="30596"/>
                  <a:pt x="404568" y="12650"/>
                  <a:pt x="623601" y="0"/>
                </a:cubicBezTo>
                <a:cubicBezTo>
                  <a:pt x="842634" y="-12650"/>
                  <a:pt x="992379" y="-23009"/>
                  <a:pt x="1108624" y="0"/>
                </a:cubicBezTo>
                <a:cubicBezTo>
                  <a:pt x="1224869" y="23009"/>
                  <a:pt x="1667328" y="35004"/>
                  <a:pt x="1940092" y="0"/>
                </a:cubicBezTo>
                <a:cubicBezTo>
                  <a:pt x="2212856" y="-35004"/>
                  <a:pt x="2272997" y="-4944"/>
                  <a:pt x="2563693" y="0"/>
                </a:cubicBezTo>
                <a:cubicBezTo>
                  <a:pt x="2854389" y="4944"/>
                  <a:pt x="2976197" y="6283"/>
                  <a:pt x="3187294" y="0"/>
                </a:cubicBezTo>
                <a:cubicBezTo>
                  <a:pt x="3398391" y="-6283"/>
                  <a:pt x="3603432" y="-5585"/>
                  <a:pt x="4018763" y="0"/>
                </a:cubicBezTo>
                <a:cubicBezTo>
                  <a:pt x="4434094" y="5585"/>
                  <a:pt x="4427082" y="-3009"/>
                  <a:pt x="4573075" y="0"/>
                </a:cubicBezTo>
                <a:cubicBezTo>
                  <a:pt x="4719068" y="3009"/>
                  <a:pt x="5211191" y="-13109"/>
                  <a:pt x="5404543" y="0"/>
                </a:cubicBezTo>
                <a:cubicBezTo>
                  <a:pt x="5597895" y="13109"/>
                  <a:pt x="6061320" y="40173"/>
                  <a:pt x="6236011" y="0"/>
                </a:cubicBezTo>
                <a:cubicBezTo>
                  <a:pt x="6410702" y="-40173"/>
                  <a:pt x="6778412" y="-5905"/>
                  <a:pt x="6928901" y="0"/>
                </a:cubicBezTo>
                <a:cubicBezTo>
                  <a:pt x="6927708" y="187071"/>
                  <a:pt x="6939852" y="587546"/>
                  <a:pt x="6928901" y="790498"/>
                </a:cubicBezTo>
                <a:cubicBezTo>
                  <a:pt x="6917950" y="993450"/>
                  <a:pt x="6929792" y="1331617"/>
                  <a:pt x="6928901" y="1532457"/>
                </a:cubicBezTo>
                <a:cubicBezTo>
                  <a:pt x="6928010" y="1733297"/>
                  <a:pt x="6915327" y="1955843"/>
                  <a:pt x="6928901" y="2080258"/>
                </a:cubicBezTo>
                <a:cubicBezTo>
                  <a:pt x="6942475" y="2204673"/>
                  <a:pt x="6951179" y="2462350"/>
                  <a:pt x="6928901" y="2773677"/>
                </a:cubicBezTo>
                <a:cubicBezTo>
                  <a:pt x="6906623" y="3085004"/>
                  <a:pt x="6931194" y="3134095"/>
                  <a:pt x="6928901" y="3467096"/>
                </a:cubicBezTo>
                <a:cubicBezTo>
                  <a:pt x="6926608" y="3800097"/>
                  <a:pt x="6894917" y="4017510"/>
                  <a:pt x="6928901" y="4160516"/>
                </a:cubicBezTo>
                <a:cubicBezTo>
                  <a:pt x="6962885" y="4303522"/>
                  <a:pt x="6910209" y="4678124"/>
                  <a:pt x="6928901" y="4853935"/>
                </a:cubicBezTo>
                <a:cubicBezTo>
                  <a:pt x="6585176" y="4860201"/>
                  <a:pt x="6471141" y="4845456"/>
                  <a:pt x="6166722" y="4853935"/>
                </a:cubicBezTo>
                <a:cubicBezTo>
                  <a:pt x="5862303" y="4862414"/>
                  <a:pt x="5914109" y="4866127"/>
                  <a:pt x="5681699" y="4853935"/>
                </a:cubicBezTo>
                <a:cubicBezTo>
                  <a:pt x="5449289" y="4841743"/>
                  <a:pt x="5308563" y="4844980"/>
                  <a:pt x="5127387" y="4853935"/>
                </a:cubicBezTo>
                <a:cubicBezTo>
                  <a:pt x="4946211" y="4862890"/>
                  <a:pt x="4511481" y="4888960"/>
                  <a:pt x="4295919" y="4853935"/>
                </a:cubicBezTo>
                <a:cubicBezTo>
                  <a:pt x="4080357" y="4818910"/>
                  <a:pt x="3885046" y="4866400"/>
                  <a:pt x="3603029" y="4853935"/>
                </a:cubicBezTo>
                <a:cubicBezTo>
                  <a:pt x="3321012" y="4841471"/>
                  <a:pt x="3206856" y="4830598"/>
                  <a:pt x="3048716" y="4853935"/>
                </a:cubicBezTo>
                <a:cubicBezTo>
                  <a:pt x="2890576" y="4877272"/>
                  <a:pt x="2614671" y="4878909"/>
                  <a:pt x="2355826" y="4853935"/>
                </a:cubicBezTo>
                <a:cubicBezTo>
                  <a:pt x="2096981" y="4828962"/>
                  <a:pt x="2067899" y="4838711"/>
                  <a:pt x="1870803" y="4853935"/>
                </a:cubicBezTo>
                <a:cubicBezTo>
                  <a:pt x="1673707" y="4869159"/>
                  <a:pt x="1515193" y="4849397"/>
                  <a:pt x="1385780" y="4853935"/>
                </a:cubicBezTo>
                <a:cubicBezTo>
                  <a:pt x="1256367" y="4858473"/>
                  <a:pt x="1014772" y="4831594"/>
                  <a:pt x="692890" y="4853935"/>
                </a:cubicBezTo>
                <a:cubicBezTo>
                  <a:pt x="371008" y="4876277"/>
                  <a:pt x="210609" y="4876433"/>
                  <a:pt x="0" y="4853935"/>
                </a:cubicBezTo>
                <a:cubicBezTo>
                  <a:pt x="-36817" y="4634264"/>
                  <a:pt x="-14632" y="4450183"/>
                  <a:pt x="0" y="4111976"/>
                </a:cubicBezTo>
                <a:cubicBezTo>
                  <a:pt x="14632" y="3773769"/>
                  <a:pt x="-15637" y="3687899"/>
                  <a:pt x="0" y="3467096"/>
                </a:cubicBezTo>
                <a:cubicBezTo>
                  <a:pt x="15637" y="3246293"/>
                  <a:pt x="11614" y="3049624"/>
                  <a:pt x="0" y="2919295"/>
                </a:cubicBezTo>
                <a:cubicBezTo>
                  <a:pt x="-11614" y="2788966"/>
                  <a:pt x="-3207" y="2465968"/>
                  <a:pt x="0" y="2177337"/>
                </a:cubicBezTo>
                <a:cubicBezTo>
                  <a:pt x="3207" y="1888706"/>
                  <a:pt x="19003" y="1758042"/>
                  <a:pt x="0" y="1580996"/>
                </a:cubicBezTo>
                <a:cubicBezTo>
                  <a:pt x="-19003" y="1403950"/>
                  <a:pt x="27730" y="1112347"/>
                  <a:pt x="0" y="839037"/>
                </a:cubicBezTo>
                <a:cubicBezTo>
                  <a:pt x="-27730" y="565727"/>
                  <a:pt x="-4054" y="243386"/>
                  <a:pt x="0" y="0"/>
                </a:cubicBezTo>
                <a:close/>
              </a:path>
            </a:pathLst>
          </a:custGeom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3F10AF-72FF-52FD-2654-945D82F43118}"/>
              </a:ext>
            </a:extLst>
          </p:cNvPr>
          <p:cNvSpPr txBox="1"/>
          <p:nvPr/>
        </p:nvSpPr>
        <p:spPr>
          <a:xfrm>
            <a:off x="1065125" y="6008914"/>
            <a:ext cx="2793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linkClick r:id="rId4"/>
              </a:rPr>
              <a:t>Competition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12843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95543" y="2143188"/>
            <a:ext cx="3326481" cy="1627332"/>
          </a:xfrm>
          <a:prstGeom prst="rect">
            <a:avLst/>
          </a:prstGeom>
          <a:noFill/>
        </p:spPr>
        <p:txBody>
          <a:bodyPr wrap="none" lIns="102835" tIns="51417" rIns="102835" bIns="51417" rtlCol="0">
            <a:spAutoFit/>
          </a:bodyPr>
          <a:lstStyle/>
          <a:p>
            <a:r>
              <a:rPr lang="en-US" sz="4950" dirty="0">
                <a:latin typeface="Calibri" pitchFamily="34" charset="0"/>
              </a:rPr>
              <a:t>ArcGIS </a:t>
            </a:r>
          </a:p>
          <a:p>
            <a:r>
              <a:rPr lang="en-US" sz="4950" dirty="0">
                <a:latin typeface="Calibri" pitchFamily="34" charset="0"/>
              </a:rPr>
              <a:t>Dashboard</a:t>
            </a:r>
            <a:r>
              <a:rPr lang="en-US" sz="4950" dirty="0">
                <a:latin typeface="Calibri" charset="0"/>
                <a:ea typeface="Calibri" charset="0"/>
                <a:cs typeface="Calibri" charset="0"/>
              </a:rPr>
              <a:t>®</a:t>
            </a:r>
            <a:endParaRPr lang="en-US" sz="4950" dirty="0">
              <a:latin typeface="Calibri" pitchFamily="34" charset="0"/>
            </a:endParaRPr>
          </a:p>
        </p:txBody>
      </p:sp>
      <p:sp>
        <p:nvSpPr>
          <p:cNvPr id="9" name="Slide Number Placeholder 9"/>
          <p:cNvSpPr txBox="1">
            <a:spLocks/>
          </p:cNvSpPr>
          <p:nvPr/>
        </p:nvSpPr>
        <p:spPr>
          <a:xfrm>
            <a:off x="9867719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fld id="{2061E86B-1A64-462B-9AE9-04820F395CD8}" type="slidenum">
              <a:rPr lang="en-US" sz="135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pPr/>
              <a:t>13</a:t>
            </a:fld>
            <a:endParaRPr lang="en-US" sz="135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1" name="Picture 10" descr="A screenshot of a map&#10;&#10;Description automatically generated with low confidence">
            <a:extLst>
              <a:ext uri="{FF2B5EF4-FFF2-40B4-BE49-F238E27FC236}">
                <a16:creationId xmlns:a16="http://schemas.microsoft.com/office/drawing/2014/main" id="{C97AE2D8-DFC7-B0FB-397D-6FD7E1574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655" y="1132200"/>
            <a:ext cx="8631877" cy="497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22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628" y="496959"/>
            <a:ext cx="1106164" cy="585973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856" y="496958"/>
            <a:ext cx="9961047" cy="36780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3715" y="708498"/>
            <a:ext cx="9618581" cy="33300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2.4</a:t>
            </a: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Lab session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789" y="4284212"/>
            <a:ext cx="9961115" cy="2072481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842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0F975A-F937-77A1-413D-F51FF137F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359" y="901009"/>
            <a:ext cx="11029616" cy="684517"/>
          </a:xfrm>
        </p:spPr>
        <p:txBody>
          <a:bodyPr>
            <a:normAutofit/>
          </a:bodyPr>
          <a:lstStyle/>
          <a:p>
            <a:pPr marL="0" marR="0" indent="0" algn="ctr">
              <a:spcBef>
                <a:spcPts val="0"/>
              </a:spcBef>
              <a:spcAft>
                <a:spcPts val="590"/>
              </a:spcAft>
            </a:pPr>
            <a:r>
              <a:rPr lang="en-US" sz="3200" b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Lab 01: Introduction to ArcGIS Pro</a:t>
            </a:r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1B7E67-130C-FD82-8132-74DBD62B80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3695632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27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1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3872</TotalTime>
  <Words>217</Words>
  <Application>Microsoft Office PowerPoint</Application>
  <PresentationFormat>Widescreen</PresentationFormat>
  <Paragraphs>54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MS PGothic</vt:lpstr>
      <vt:lpstr>Aptos</vt:lpstr>
      <vt:lpstr>Arial Black</vt:lpstr>
      <vt:lpstr>Calibri</vt:lpstr>
      <vt:lpstr>Gill Sans MT</vt:lpstr>
      <vt:lpstr>Helvetica</vt:lpstr>
      <vt:lpstr>Times New Roman</vt:lpstr>
      <vt:lpstr>Wingdings 2</vt:lpstr>
      <vt:lpstr>1_DividendVTI</vt:lpstr>
      <vt:lpstr>DividendVTI</vt:lpstr>
      <vt:lpstr>WEEK 02 What is gis  lecture</vt:lpstr>
      <vt:lpstr>2.2  Feature classes and Map layers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2.3  ARCGIS ONLINE</vt:lpstr>
      <vt:lpstr>ArcGIS Online® (map viewer classic)</vt:lpstr>
      <vt:lpstr>ArcGIS  Map Viewer ® </vt:lpstr>
      <vt:lpstr>PowerPoint Presentation</vt:lpstr>
      <vt:lpstr>PowerPoint Presentation</vt:lpstr>
      <vt:lpstr>2.4  Lab session</vt:lpstr>
      <vt:lpstr>Lab 01: Introduction to ArcGIS Pro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Yanan Wu</dc:creator>
  <cp:lastModifiedBy>Yanan Wu</cp:lastModifiedBy>
  <cp:revision>67</cp:revision>
  <dcterms:created xsi:type="dcterms:W3CDTF">2025-02-03T18:01:06Z</dcterms:created>
  <dcterms:modified xsi:type="dcterms:W3CDTF">2026-08-25T18:07:13Z</dcterms:modified>
</cp:coreProperties>
</file>